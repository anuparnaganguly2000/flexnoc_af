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260" r:id="rId6"/>
    <p:sldId id="261" r:id="rId7"/>
    <p:sldId id="257" r:id="rId8"/>
    <p:sldId id="258" r:id="rId9"/>
    <p:sldId id="262" r:id="rId10"/>
    <p:sldId id="259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7EB36B-DFB6-4350-A0B1-D53D67DF1373}" v="111" dt="2025-05-12T13:44:33.3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C399B3-D877-46FF-9F92-251C1DD96D8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2292B75-1958-4E2A-9A58-7EE62933341F}">
      <dgm:prSet phldrT="[Text]"/>
      <dgm:spPr/>
      <dgm:t>
        <a:bodyPr/>
        <a:lstStyle/>
        <a:p>
          <a:r>
            <a:rPr lang="en-IN" dirty="0"/>
            <a:t>Node</a:t>
          </a:r>
        </a:p>
      </dgm:t>
    </dgm:pt>
    <dgm:pt modelId="{BFF37B2C-357F-4591-8E14-1085F9FCC23C}" type="parTrans" cxnId="{A7E65A58-5B7E-4484-A4DD-B4C126D86652}">
      <dgm:prSet/>
      <dgm:spPr/>
      <dgm:t>
        <a:bodyPr/>
        <a:lstStyle/>
        <a:p>
          <a:endParaRPr lang="en-IN"/>
        </a:p>
      </dgm:t>
    </dgm:pt>
    <dgm:pt modelId="{5424751E-F647-4320-8C3F-784F16935D49}" type="sibTrans" cxnId="{A7E65A58-5B7E-4484-A4DD-B4C126D86652}">
      <dgm:prSet/>
      <dgm:spPr/>
      <dgm:t>
        <a:bodyPr/>
        <a:lstStyle/>
        <a:p>
          <a:endParaRPr lang="en-IN"/>
        </a:p>
      </dgm:t>
    </dgm:pt>
    <dgm:pt modelId="{09D067C4-9C0D-4949-8352-450A143BDFB8}">
      <dgm:prSet phldrT="[Text]"/>
      <dgm:spPr/>
      <dgm:t>
        <a:bodyPr/>
        <a:lstStyle/>
        <a:p>
          <a:r>
            <a:rPr lang="en-IN" dirty="0"/>
            <a:t>Primitive</a:t>
          </a:r>
        </a:p>
      </dgm:t>
    </dgm:pt>
    <dgm:pt modelId="{D920B461-0E45-4795-A80B-8880387D80E0}" type="parTrans" cxnId="{F5781A23-4C23-46A7-A214-E7EB7C32C923}">
      <dgm:prSet/>
      <dgm:spPr/>
      <dgm:t>
        <a:bodyPr/>
        <a:lstStyle/>
        <a:p>
          <a:endParaRPr lang="en-IN"/>
        </a:p>
      </dgm:t>
    </dgm:pt>
    <dgm:pt modelId="{F9BABF2F-7A22-409E-B02E-A174BDBDFD0A}" type="sibTrans" cxnId="{F5781A23-4C23-46A7-A214-E7EB7C32C923}">
      <dgm:prSet/>
      <dgm:spPr/>
      <dgm:t>
        <a:bodyPr/>
        <a:lstStyle/>
        <a:p>
          <a:endParaRPr lang="en-IN"/>
        </a:p>
      </dgm:t>
    </dgm:pt>
    <dgm:pt modelId="{85CDFFD6-C149-4320-908D-D1A288551EFF}">
      <dgm:prSet phldrT="[Text]"/>
      <dgm:spPr/>
      <dgm:t>
        <a:bodyPr/>
        <a:lstStyle/>
        <a:p>
          <a:r>
            <a:rPr lang="en-IN" dirty="0"/>
            <a:t>Injector</a:t>
          </a:r>
        </a:p>
      </dgm:t>
    </dgm:pt>
    <dgm:pt modelId="{D6CE5B75-725B-4BC3-8CF8-F2F0AA9C97AE}" type="parTrans" cxnId="{F02E2E3B-4A3D-4682-8D9C-BC84BF21DE65}">
      <dgm:prSet/>
      <dgm:spPr/>
      <dgm:t>
        <a:bodyPr/>
        <a:lstStyle/>
        <a:p>
          <a:endParaRPr lang="en-IN"/>
        </a:p>
      </dgm:t>
    </dgm:pt>
    <dgm:pt modelId="{029475B2-7889-49C6-8578-75FF31D25568}" type="sibTrans" cxnId="{F02E2E3B-4A3D-4682-8D9C-BC84BF21DE65}">
      <dgm:prSet/>
      <dgm:spPr/>
      <dgm:t>
        <a:bodyPr/>
        <a:lstStyle/>
        <a:p>
          <a:endParaRPr lang="en-IN"/>
        </a:p>
      </dgm:t>
    </dgm:pt>
    <dgm:pt modelId="{C6E24762-8D2E-4377-AD18-DD8F42518340}">
      <dgm:prSet phldrT="[Text]"/>
      <dgm:spPr/>
      <dgm:t>
        <a:bodyPr/>
        <a:lstStyle/>
        <a:p>
          <a:r>
            <a:rPr lang="en-IN" dirty="0"/>
            <a:t>Queue</a:t>
          </a:r>
        </a:p>
      </dgm:t>
    </dgm:pt>
    <dgm:pt modelId="{0F65B641-2A90-4A73-BB01-2B382C38DA12}" type="parTrans" cxnId="{F8CB4EB2-20E2-4565-A553-C3E551FDCEF9}">
      <dgm:prSet/>
      <dgm:spPr/>
      <dgm:t>
        <a:bodyPr/>
        <a:lstStyle/>
        <a:p>
          <a:endParaRPr lang="en-IN"/>
        </a:p>
      </dgm:t>
    </dgm:pt>
    <dgm:pt modelId="{FBA245C8-1FC7-419C-87E6-A49066E8EBE3}" type="sibTrans" cxnId="{F8CB4EB2-20E2-4565-A553-C3E551FDCEF9}">
      <dgm:prSet/>
      <dgm:spPr/>
      <dgm:t>
        <a:bodyPr/>
        <a:lstStyle/>
        <a:p>
          <a:endParaRPr lang="en-IN"/>
        </a:p>
      </dgm:t>
    </dgm:pt>
    <dgm:pt modelId="{44C8013C-398D-4E4D-89C0-75B6F7EC1EFD}">
      <dgm:prSet phldrT="[Text]"/>
      <dgm:spPr/>
      <dgm:t>
        <a:bodyPr/>
        <a:lstStyle/>
        <a:p>
          <a:r>
            <a:rPr lang="en-IN" dirty="0" err="1"/>
            <a:t>Junc</a:t>
          </a:r>
          <a:endParaRPr lang="en-IN" dirty="0"/>
        </a:p>
      </dgm:t>
    </dgm:pt>
    <dgm:pt modelId="{8FD03AC3-4D08-470A-933E-2B65AF9E4B8A}" type="parTrans" cxnId="{7CA0D39B-E700-4E76-B064-C33A2B9FC72B}">
      <dgm:prSet/>
      <dgm:spPr/>
      <dgm:t>
        <a:bodyPr/>
        <a:lstStyle/>
        <a:p>
          <a:endParaRPr lang="en-IN"/>
        </a:p>
      </dgm:t>
    </dgm:pt>
    <dgm:pt modelId="{7CC08C35-ACC9-46D7-9670-248A8C39F471}" type="sibTrans" cxnId="{7CA0D39B-E700-4E76-B064-C33A2B9FC72B}">
      <dgm:prSet/>
      <dgm:spPr/>
      <dgm:t>
        <a:bodyPr/>
        <a:lstStyle/>
        <a:p>
          <a:endParaRPr lang="en-IN"/>
        </a:p>
      </dgm:t>
    </dgm:pt>
    <dgm:pt modelId="{590F92DE-DAD9-4EA0-BDF4-54E7F3A23DB0}">
      <dgm:prSet phldrT="[Text]"/>
      <dgm:spPr/>
      <dgm:t>
        <a:bodyPr/>
        <a:lstStyle/>
        <a:p>
          <a:r>
            <a:rPr lang="en-IN" dirty="0"/>
            <a:t>Arbiter</a:t>
          </a:r>
        </a:p>
      </dgm:t>
    </dgm:pt>
    <dgm:pt modelId="{FAD45B91-31E5-432D-A304-8A757084498D}" type="parTrans" cxnId="{35918109-D925-48B6-AC52-751165EE4445}">
      <dgm:prSet/>
      <dgm:spPr/>
      <dgm:t>
        <a:bodyPr/>
        <a:lstStyle/>
        <a:p>
          <a:endParaRPr lang="en-IN"/>
        </a:p>
      </dgm:t>
    </dgm:pt>
    <dgm:pt modelId="{E6F41282-D942-4827-8038-3851ED461623}" type="sibTrans" cxnId="{35918109-D925-48B6-AC52-751165EE4445}">
      <dgm:prSet/>
      <dgm:spPr/>
      <dgm:t>
        <a:bodyPr/>
        <a:lstStyle/>
        <a:p>
          <a:endParaRPr lang="en-IN"/>
        </a:p>
      </dgm:t>
    </dgm:pt>
    <dgm:pt modelId="{F9C71E6E-6F7A-4AFB-869C-BB65A1BBD737}">
      <dgm:prSet phldrT="[Text]"/>
      <dgm:spPr/>
      <dgm:t>
        <a:bodyPr/>
        <a:lstStyle/>
        <a:p>
          <a:r>
            <a:rPr lang="en-IN" dirty="0" err="1"/>
            <a:t>RoundRobin</a:t>
          </a:r>
          <a:endParaRPr lang="en-IN" dirty="0"/>
        </a:p>
      </dgm:t>
    </dgm:pt>
    <dgm:pt modelId="{DA4D2049-FA3F-44CD-8186-A52C95D10286}" type="parTrans" cxnId="{4B6C5AA8-B9A0-4D84-8DB7-F459DC370944}">
      <dgm:prSet/>
      <dgm:spPr/>
      <dgm:t>
        <a:bodyPr/>
        <a:lstStyle/>
        <a:p>
          <a:endParaRPr lang="en-IN"/>
        </a:p>
      </dgm:t>
    </dgm:pt>
    <dgm:pt modelId="{5FB6103A-8892-4A2E-93F4-D2DE239418DE}" type="sibTrans" cxnId="{4B6C5AA8-B9A0-4D84-8DB7-F459DC370944}">
      <dgm:prSet/>
      <dgm:spPr/>
      <dgm:t>
        <a:bodyPr/>
        <a:lstStyle/>
        <a:p>
          <a:endParaRPr lang="en-IN"/>
        </a:p>
      </dgm:t>
    </dgm:pt>
    <dgm:pt modelId="{0486A3AE-3E2B-4704-B88D-26422579ECC9}">
      <dgm:prSet phldrT="[Text]"/>
      <dgm:spPr/>
      <dgm:t>
        <a:bodyPr/>
        <a:lstStyle/>
        <a:p>
          <a:r>
            <a:rPr lang="en-IN" dirty="0"/>
            <a:t>Priority</a:t>
          </a:r>
        </a:p>
      </dgm:t>
    </dgm:pt>
    <dgm:pt modelId="{AA223B13-7DF8-42A7-8CA1-C8CB6806CFE5}" type="parTrans" cxnId="{0EC688E0-F95C-4F2F-99D5-E9A4756402BF}">
      <dgm:prSet/>
      <dgm:spPr/>
      <dgm:t>
        <a:bodyPr/>
        <a:lstStyle/>
        <a:p>
          <a:endParaRPr lang="en-IN"/>
        </a:p>
      </dgm:t>
    </dgm:pt>
    <dgm:pt modelId="{1A987DFD-0CCD-431E-9F94-333DEF3B1EBB}" type="sibTrans" cxnId="{0EC688E0-F95C-4F2F-99D5-E9A4756402BF}">
      <dgm:prSet/>
      <dgm:spPr/>
      <dgm:t>
        <a:bodyPr/>
        <a:lstStyle/>
        <a:p>
          <a:endParaRPr lang="en-IN"/>
        </a:p>
      </dgm:t>
    </dgm:pt>
    <dgm:pt modelId="{ABCBFB49-9E53-43B5-9AD9-C4264123A922}">
      <dgm:prSet phldrT="[Text]"/>
      <dgm:spPr/>
      <dgm:t>
        <a:bodyPr/>
        <a:lstStyle/>
        <a:p>
          <a:r>
            <a:rPr lang="en-IN" dirty="0"/>
            <a:t>Server</a:t>
          </a:r>
        </a:p>
      </dgm:t>
    </dgm:pt>
    <dgm:pt modelId="{DC5EC57A-FD81-42E7-A1E4-86D5E0CA8388}" type="parTrans" cxnId="{2EA7B95B-E5B6-4919-A33D-B7FD963C3554}">
      <dgm:prSet/>
      <dgm:spPr/>
      <dgm:t>
        <a:bodyPr/>
        <a:lstStyle/>
        <a:p>
          <a:endParaRPr lang="en-IN"/>
        </a:p>
      </dgm:t>
    </dgm:pt>
    <dgm:pt modelId="{B755A6C6-8CA6-47D5-A7D0-097F0E59AC02}" type="sibTrans" cxnId="{2EA7B95B-E5B6-4919-A33D-B7FD963C3554}">
      <dgm:prSet/>
      <dgm:spPr/>
      <dgm:t>
        <a:bodyPr/>
        <a:lstStyle/>
        <a:p>
          <a:endParaRPr lang="en-IN"/>
        </a:p>
      </dgm:t>
    </dgm:pt>
    <dgm:pt modelId="{86148E4A-C2FC-45A1-AD4D-65C0C0409953}">
      <dgm:prSet phldrT="[Text]"/>
      <dgm:spPr/>
      <dgm:t>
        <a:bodyPr/>
        <a:lstStyle/>
        <a:p>
          <a:r>
            <a:rPr lang="en-IN" dirty="0"/>
            <a:t>Sink</a:t>
          </a:r>
        </a:p>
      </dgm:t>
    </dgm:pt>
    <dgm:pt modelId="{96360C39-AE94-4D6F-A977-AA6973538DF4}" type="parTrans" cxnId="{FFDD14A2-86BE-4200-9406-C5542630B019}">
      <dgm:prSet/>
      <dgm:spPr/>
      <dgm:t>
        <a:bodyPr/>
        <a:lstStyle/>
        <a:p>
          <a:endParaRPr lang="en-IN"/>
        </a:p>
      </dgm:t>
    </dgm:pt>
    <dgm:pt modelId="{FDE41E78-F13B-453E-A6B6-CBD4124454DB}" type="sibTrans" cxnId="{FFDD14A2-86BE-4200-9406-C5542630B019}">
      <dgm:prSet/>
      <dgm:spPr/>
      <dgm:t>
        <a:bodyPr/>
        <a:lstStyle/>
        <a:p>
          <a:endParaRPr lang="en-IN"/>
        </a:p>
      </dgm:t>
    </dgm:pt>
    <dgm:pt modelId="{43E96BE4-68D8-4915-9F30-C95BBC466704}">
      <dgm:prSet phldrT="[Text]"/>
      <dgm:spPr/>
      <dgm:t>
        <a:bodyPr/>
        <a:lstStyle/>
        <a:p>
          <a:r>
            <a:rPr lang="en-IN" dirty="0" err="1"/>
            <a:t>dot_lang</a:t>
          </a:r>
          <a:endParaRPr lang="en-IN" dirty="0"/>
        </a:p>
      </dgm:t>
    </dgm:pt>
    <dgm:pt modelId="{4E380F87-6CDF-41D1-90DB-32D89186B4B0}" type="parTrans" cxnId="{AFBA571F-E7F5-4A3B-8795-D483241D9081}">
      <dgm:prSet/>
      <dgm:spPr/>
      <dgm:t>
        <a:bodyPr/>
        <a:lstStyle/>
        <a:p>
          <a:endParaRPr lang="en-IN"/>
        </a:p>
      </dgm:t>
    </dgm:pt>
    <dgm:pt modelId="{CA9695B6-926D-4BC1-93BD-80EAA077A38D}" type="sibTrans" cxnId="{AFBA571F-E7F5-4A3B-8795-D483241D9081}">
      <dgm:prSet/>
      <dgm:spPr/>
      <dgm:t>
        <a:bodyPr/>
        <a:lstStyle/>
        <a:p>
          <a:endParaRPr lang="en-IN"/>
        </a:p>
      </dgm:t>
    </dgm:pt>
    <dgm:pt modelId="{C33EF0DF-1546-4259-B131-C4FD553B6B10}" type="pres">
      <dgm:prSet presAssocID="{47C399B3-D877-46FF-9F92-251C1DD96D8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C7D396C-B028-47B2-BE05-BC7A04D4D341}" type="pres">
      <dgm:prSet presAssocID="{43E96BE4-68D8-4915-9F30-C95BBC466704}" presName="hierRoot1" presStyleCnt="0"/>
      <dgm:spPr/>
    </dgm:pt>
    <dgm:pt modelId="{DF7D5F58-3AA0-46B2-80EA-D51B0EBFF310}" type="pres">
      <dgm:prSet presAssocID="{43E96BE4-68D8-4915-9F30-C95BBC466704}" presName="composite" presStyleCnt="0"/>
      <dgm:spPr/>
    </dgm:pt>
    <dgm:pt modelId="{9E48BEA6-C3F0-4603-8D3F-1B060D976ECB}" type="pres">
      <dgm:prSet presAssocID="{43E96BE4-68D8-4915-9F30-C95BBC466704}" presName="background" presStyleLbl="node0" presStyleIdx="0" presStyleCnt="1"/>
      <dgm:spPr/>
    </dgm:pt>
    <dgm:pt modelId="{64C19288-1175-4719-B0AB-E75ABDE75754}" type="pres">
      <dgm:prSet presAssocID="{43E96BE4-68D8-4915-9F30-C95BBC466704}" presName="text" presStyleLbl="fgAcc0" presStyleIdx="0" presStyleCnt="1">
        <dgm:presLayoutVars>
          <dgm:chPref val="3"/>
        </dgm:presLayoutVars>
      </dgm:prSet>
      <dgm:spPr/>
    </dgm:pt>
    <dgm:pt modelId="{0FC9AB2A-599B-4B38-81C2-CCB01918E40B}" type="pres">
      <dgm:prSet presAssocID="{43E96BE4-68D8-4915-9F30-C95BBC466704}" presName="hierChild2" presStyleCnt="0"/>
      <dgm:spPr/>
    </dgm:pt>
    <dgm:pt modelId="{C8D51F85-9B81-40B3-A344-CC674658DADD}" type="pres">
      <dgm:prSet presAssocID="{BFF37B2C-357F-4591-8E14-1085F9FCC23C}" presName="Name10" presStyleLbl="parChTrans1D2" presStyleIdx="0" presStyleCnt="2"/>
      <dgm:spPr/>
    </dgm:pt>
    <dgm:pt modelId="{99FAD8A3-E190-4452-A499-1D9FA3A0C715}" type="pres">
      <dgm:prSet presAssocID="{02292B75-1958-4E2A-9A58-7EE62933341F}" presName="hierRoot2" presStyleCnt="0"/>
      <dgm:spPr/>
    </dgm:pt>
    <dgm:pt modelId="{44C44CD1-1D07-4A76-874F-B88A8E7CB560}" type="pres">
      <dgm:prSet presAssocID="{02292B75-1958-4E2A-9A58-7EE62933341F}" presName="composite2" presStyleCnt="0"/>
      <dgm:spPr/>
    </dgm:pt>
    <dgm:pt modelId="{AEFE4711-647F-4396-8F56-42C57CF1755F}" type="pres">
      <dgm:prSet presAssocID="{02292B75-1958-4E2A-9A58-7EE62933341F}" presName="background2" presStyleLbl="node2" presStyleIdx="0" presStyleCnt="2"/>
      <dgm:spPr/>
    </dgm:pt>
    <dgm:pt modelId="{A0040084-A12A-44CE-A70D-D4C4949B5920}" type="pres">
      <dgm:prSet presAssocID="{02292B75-1958-4E2A-9A58-7EE62933341F}" presName="text2" presStyleLbl="fgAcc2" presStyleIdx="0" presStyleCnt="2">
        <dgm:presLayoutVars>
          <dgm:chPref val="3"/>
        </dgm:presLayoutVars>
      </dgm:prSet>
      <dgm:spPr/>
    </dgm:pt>
    <dgm:pt modelId="{9AC5A6D5-13D5-4EF7-A0FC-898CA0943969}" type="pres">
      <dgm:prSet presAssocID="{02292B75-1958-4E2A-9A58-7EE62933341F}" presName="hierChild3" presStyleCnt="0"/>
      <dgm:spPr/>
    </dgm:pt>
    <dgm:pt modelId="{EDCEC57F-982E-44B3-BA8B-B149FFD7FF0E}" type="pres">
      <dgm:prSet presAssocID="{D920B461-0E45-4795-A80B-8880387D80E0}" presName="Name17" presStyleLbl="parChTrans1D3" presStyleIdx="0" presStyleCnt="1"/>
      <dgm:spPr/>
    </dgm:pt>
    <dgm:pt modelId="{E381A868-CBED-426C-8423-AABF52F9A79C}" type="pres">
      <dgm:prSet presAssocID="{09D067C4-9C0D-4949-8352-450A143BDFB8}" presName="hierRoot3" presStyleCnt="0"/>
      <dgm:spPr/>
    </dgm:pt>
    <dgm:pt modelId="{525FD672-2182-4D2F-95FF-70BF13DB4103}" type="pres">
      <dgm:prSet presAssocID="{09D067C4-9C0D-4949-8352-450A143BDFB8}" presName="composite3" presStyleCnt="0"/>
      <dgm:spPr/>
    </dgm:pt>
    <dgm:pt modelId="{86A71AF8-94E2-4DF5-BAD2-5BB0AE6F481B}" type="pres">
      <dgm:prSet presAssocID="{09D067C4-9C0D-4949-8352-450A143BDFB8}" presName="background3" presStyleLbl="node3" presStyleIdx="0" presStyleCnt="1"/>
      <dgm:spPr/>
    </dgm:pt>
    <dgm:pt modelId="{FD8F11C5-28CD-4408-8711-7FFF865FFD92}" type="pres">
      <dgm:prSet presAssocID="{09D067C4-9C0D-4949-8352-450A143BDFB8}" presName="text3" presStyleLbl="fgAcc3" presStyleIdx="0" presStyleCnt="1">
        <dgm:presLayoutVars>
          <dgm:chPref val="3"/>
        </dgm:presLayoutVars>
      </dgm:prSet>
      <dgm:spPr/>
    </dgm:pt>
    <dgm:pt modelId="{41A0B144-11B3-47EA-A39A-444D376D0BD5}" type="pres">
      <dgm:prSet presAssocID="{09D067C4-9C0D-4949-8352-450A143BDFB8}" presName="hierChild4" presStyleCnt="0"/>
      <dgm:spPr/>
    </dgm:pt>
    <dgm:pt modelId="{2B062DA0-21A4-451E-B635-F67F662BE372}" type="pres">
      <dgm:prSet presAssocID="{D6CE5B75-725B-4BC3-8CF8-F2F0AA9C97AE}" presName="Name23" presStyleLbl="parChTrans1D4" presStyleIdx="0" presStyleCnt="7"/>
      <dgm:spPr/>
    </dgm:pt>
    <dgm:pt modelId="{E9884DDE-C8EE-49E5-A004-3AEAB70FB56E}" type="pres">
      <dgm:prSet presAssocID="{85CDFFD6-C149-4320-908D-D1A288551EFF}" presName="hierRoot4" presStyleCnt="0"/>
      <dgm:spPr/>
    </dgm:pt>
    <dgm:pt modelId="{BAAE81CA-56E1-466B-BE42-F7B17F5E4912}" type="pres">
      <dgm:prSet presAssocID="{85CDFFD6-C149-4320-908D-D1A288551EFF}" presName="composite4" presStyleCnt="0"/>
      <dgm:spPr/>
    </dgm:pt>
    <dgm:pt modelId="{AE4C17B1-2F86-472F-BBA4-5C20E53DC286}" type="pres">
      <dgm:prSet presAssocID="{85CDFFD6-C149-4320-908D-D1A288551EFF}" presName="background4" presStyleLbl="node4" presStyleIdx="0" presStyleCnt="7"/>
      <dgm:spPr/>
    </dgm:pt>
    <dgm:pt modelId="{5EDBE940-F911-4B7C-ABAC-0D47FEFB78A6}" type="pres">
      <dgm:prSet presAssocID="{85CDFFD6-C149-4320-908D-D1A288551EFF}" presName="text4" presStyleLbl="fgAcc4" presStyleIdx="0" presStyleCnt="7">
        <dgm:presLayoutVars>
          <dgm:chPref val="3"/>
        </dgm:presLayoutVars>
      </dgm:prSet>
      <dgm:spPr/>
    </dgm:pt>
    <dgm:pt modelId="{7CB841ED-39CB-4C67-9C13-3CEA507F5428}" type="pres">
      <dgm:prSet presAssocID="{85CDFFD6-C149-4320-908D-D1A288551EFF}" presName="hierChild5" presStyleCnt="0"/>
      <dgm:spPr/>
    </dgm:pt>
    <dgm:pt modelId="{48B2ED59-9356-40D3-B263-E7AE53175ED9}" type="pres">
      <dgm:prSet presAssocID="{0F65B641-2A90-4A73-BB01-2B382C38DA12}" presName="Name23" presStyleLbl="parChTrans1D4" presStyleIdx="1" presStyleCnt="7"/>
      <dgm:spPr/>
    </dgm:pt>
    <dgm:pt modelId="{F03DB71D-E958-434B-B6FA-1D321EB67FE5}" type="pres">
      <dgm:prSet presAssocID="{C6E24762-8D2E-4377-AD18-DD8F42518340}" presName="hierRoot4" presStyleCnt="0"/>
      <dgm:spPr/>
    </dgm:pt>
    <dgm:pt modelId="{72C74454-3C71-4491-B22E-F2E5CB11A203}" type="pres">
      <dgm:prSet presAssocID="{C6E24762-8D2E-4377-AD18-DD8F42518340}" presName="composite4" presStyleCnt="0"/>
      <dgm:spPr/>
    </dgm:pt>
    <dgm:pt modelId="{F40ECFAC-5645-466A-93AA-E04ABC8E7F3E}" type="pres">
      <dgm:prSet presAssocID="{C6E24762-8D2E-4377-AD18-DD8F42518340}" presName="background4" presStyleLbl="node4" presStyleIdx="1" presStyleCnt="7"/>
      <dgm:spPr/>
    </dgm:pt>
    <dgm:pt modelId="{9DE0B572-1403-4A58-ADDA-DE4DAC8954CC}" type="pres">
      <dgm:prSet presAssocID="{C6E24762-8D2E-4377-AD18-DD8F42518340}" presName="text4" presStyleLbl="fgAcc4" presStyleIdx="1" presStyleCnt="7">
        <dgm:presLayoutVars>
          <dgm:chPref val="3"/>
        </dgm:presLayoutVars>
      </dgm:prSet>
      <dgm:spPr/>
    </dgm:pt>
    <dgm:pt modelId="{905ABBB9-97B8-4C55-B61A-861A9881E9F7}" type="pres">
      <dgm:prSet presAssocID="{C6E24762-8D2E-4377-AD18-DD8F42518340}" presName="hierChild5" presStyleCnt="0"/>
      <dgm:spPr/>
    </dgm:pt>
    <dgm:pt modelId="{F7EEB8B4-0D1E-4426-819E-37D16A2539D6}" type="pres">
      <dgm:prSet presAssocID="{FAD45B91-31E5-432D-A304-8A757084498D}" presName="Name23" presStyleLbl="parChTrans1D4" presStyleIdx="2" presStyleCnt="7"/>
      <dgm:spPr/>
    </dgm:pt>
    <dgm:pt modelId="{E7A62D2D-FBB7-4586-AE46-9490449FAA76}" type="pres">
      <dgm:prSet presAssocID="{590F92DE-DAD9-4EA0-BDF4-54E7F3A23DB0}" presName="hierRoot4" presStyleCnt="0"/>
      <dgm:spPr/>
    </dgm:pt>
    <dgm:pt modelId="{12967FB8-594C-4804-AAF6-111F644BA443}" type="pres">
      <dgm:prSet presAssocID="{590F92DE-DAD9-4EA0-BDF4-54E7F3A23DB0}" presName="composite4" presStyleCnt="0"/>
      <dgm:spPr/>
    </dgm:pt>
    <dgm:pt modelId="{5D5C0FC9-F360-4285-9E35-2EAE59091B5B}" type="pres">
      <dgm:prSet presAssocID="{590F92DE-DAD9-4EA0-BDF4-54E7F3A23DB0}" presName="background4" presStyleLbl="node4" presStyleIdx="2" presStyleCnt="7"/>
      <dgm:spPr/>
    </dgm:pt>
    <dgm:pt modelId="{8E0FA253-FF58-47D1-AF2F-D1863C1CAA4D}" type="pres">
      <dgm:prSet presAssocID="{590F92DE-DAD9-4EA0-BDF4-54E7F3A23DB0}" presName="text4" presStyleLbl="fgAcc4" presStyleIdx="2" presStyleCnt="7">
        <dgm:presLayoutVars>
          <dgm:chPref val="3"/>
        </dgm:presLayoutVars>
      </dgm:prSet>
      <dgm:spPr/>
    </dgm:pt>
    <dgm:pt modelId="{DC5DB19F-916D-4E6D-AE6E-FDF9DBE733FC}" type="pres">
      <dgm:prSet presAssocID="{590F92DE-DAD9-4EA0-BDF4-54E7F3A23DB0}" presName="hierChild5" presStyleCnt="0"/>
      <dgm:spPr/>
    </dgm:pt>
    <dgm:pt modelId="{F607B286-1C85-4944-8CD9-DF345778EBCE}" type="pres">
      <dgm:prSet presAssocID="{DA4D2049-FA3F-44CD-8186-A52C95D10286}" presName="Name23" presStyleLbl="parChTrans1D4" presStyleIdx="3" presStyleCnt="7"/>
      <dgm:spPr/>
    </dgm:pt>
    <dgm:pt modelId="{62391CA8-5742-40AC-8279-41FDB343193A}" type="pres">
      <dgm:prSet presAssocID="{F9C71E6E-6F7A-4AFB-869C-BB65A1BBD737}" presName="hierRoot4" presStyleCnt="0"/>
      <dgm:spPr/>
    </dgm:pt>
    <dgm:pt modelId="{BF5B50F7-0774-4492-9CA6-118F72A2CF4D}" type="pres">
      <dgm:prSet presAssocID="{F9C71E6E-6F7A-4AFB-869C-BB65A1BBD737}" presName="composite4" presStyleCnt="0"/>
      <dgm:spPr/>
    </dgm:pt>
    <dgm:pt modelId="{21761349-DDEE-4100-BDBA-18340A0F17E0}" type="pres">
      <dgm:prSet presAssocID="{F9C71E6E-6F7A-4AFB-869C-BB65A1BBD737}" presName="background4" presStyleLbl="node4" presStyleIdx="3" presStyleCnt="7"/>
      <dgm:spPr/>
    </dgm:pt>
    <dgm:pt modelId="{1664DA67-6B96-47C5-B652-08FEA0002C19}" type="pres">
      <dgm:prSet presAssocID="{F9C71E6E-6F7A-4AFB-869C-BB65A1BBD737}" presName="text4" presStyleLbl="fgAcc4" presStyleIdx="3" presStyleCnt="7">
        <dgm:presLayoutVars>
          <dgm:chPref val="3"/>
        </dgm:presLayoutVars>
      </dgm:prSet>
      <dgm:spPr/>
    </dgm:pt>
    <dgm:pt modelId="{FEE52371-2926-4C52-8BF8-750F4F6989CE}" type="pres">
      <dgm:prSet presAssocID="{F9C71E6E-6F7A-4AFB-869C-BB65A1BBD737}" presName="hierChild5" presStyleCnt="0"/>
      <dgm:spPr/>
    </dgm:pt>
    <dgm:pt modelId="{57FE25F8-DC15-4CFF-AC3B-B580A29B8991}" type="pres">
      <dgm:prSet presAssocID="{AA223B13-7DF8-42A7-8CA1-C8CB6806CFE5}" presName="Name23" presStyleLbl="parChTrans1D4" presStyleIdx="4" presStyleCnt="7"/>
      <dgm:spPr/>
    </dgm:pt>
    <dgm:pt modelId="{DD7EBC62-F512-4B85-B4E2-56052CC1F6E8}" type="pres">
      <dgm:prSet presAssocID="{0486A3AE-3E2B-4704-B88D-26422579ECC9}" presName="hierRoot4" presStyleCnt="0"/>
      <dgm:spPr/>
    </dgm:pt>
    <dgm:pt modelId="{9191BC45-3032-4E9A-AE64-3A998AF64034}" type="pres">
      <dgm:prSet presAssocID="{0486A3AE-3E2B-4704-B88D-26422579ECC9}" presName="composite4" presStyleCnt="0"/>
      <dgm:spPr/>
    </dgm:pt>
    <dgm:pt modelId="{B73D4303-DA33-4F0A-84C4-BCAB49A753F6}" type="pres">
      <dgm:prSet presAssocID="{0486A3AE-3E2B-4704-B88D-26422579ECC9}" presName="background4" presStyleLbl="node4" presStyleIdx="4" presStyleCnt="7"/>
      <dgm:spPr/>
    </dgm:pt>
    <dgm:pt modelId="{D486821B-C60B-4B8C-A805-F4A5C008A64D}" type="pres">
      <dgm:prSet presAssocID="{0486A3AE-3E2B-4704-B88D-26422579ECC9}" presName="text4" presStyleLbl="fgAcc4" presStyleIdx="4" presStyleCnt="7">
        <dgm:presLayoutVars>
          <dgm:chPref val="3"/>
        </dgm:presLayoutVars>
      </dgm:prSet>
      <dgm:spPr/>
    </dgm:pt>
    <dgm:pt modelId="{59BAFF72-18D5-469E-825C-B50EC38D37B9}" type="pres">
      <dgm:prSet presAssocID="{0486A3AE-3E2B-4704-B88D-26422579ECC9}" presName="hierChild5" presStyleCnt="0"/>
      <dgm:spPr/>
    </dgm:pt>
    <dgm:pt modelId="{1D4B233D-0492-4999-9AB9-A8C5613648E9}" type="pres">
      <dgm:prSet presAssocID="{DC5EC57A-FD81-42E7-A1E4-86D5E0CA8388}" presName="Name23" presStyleLbl="parChTrans1D4" presStyleIdx="5" presStyleCnt="7"/>
      <dgm:spPr/>
    </dgm:pt>
    <dgm:pt modelId="{E72CD8EF-C6EB-4A78-833F-3E78188903AA}" type="pres">
      <dgm:prSet presAssocID="{ABCBFB49-9E53-43B5-9AD9-C4264123A922}" presName="hierRoot4" presStyleCnt="0"/>
      <dgm:spPr/>
    </dgm:pt>
    <dgm:pt modelId="{E302C863-AD7C-46C2-95BA-F942FDF0521B}" type="pres">
      <dgm:prSet presAssocID="{ABCBFB49-9E53-43B5-9AD9-C4264123A922}" presName="composite4" presStyleCnt="0"/>
      <dgm:spPr/>
    </dgm:pt>
    <dgm:pt modelId="{4F771B6C-917D-432B-A186-56F811F98891}" type="pres">
      <dgm:prSet presAssocID="{ABCBFB49-9E53-43B5-9AD9-C4264123A922}" presName="background4" presStyleLbl="node4" presStyleIdx="5" presStyleCnt="7"/>
      <dgm:spPr/>
    </dgm:pt>
    <dgm:pt modelId="{015CB444-6D73-4FD9-A624-18F3482F50EC}" type="pres">
      <dgm:prSet presAssocID="{ABCBFB49-9E53-43B5-9AD9-C4264123A922}" presName="text4" presStyleLbl="fgAcc4" presStyleIdx="5" presStyleCnt="7">
        <dgm:presLayoutVars>
          <dgm:chPref val="3"/>
        </dgm:presLayoutVars>
      </dgm:prSet>
      <dgm:spPr/>
    </dgm:pt>
    <dgm:pt modelId="{FE267817-AB90-47E4-A025-B3A9FD5FB781}" type="pres">
      <dgm:prSet presAssocID="{ABCBFB49-9E53-43B5-9AD9-C4264123A922}" presName="hierChild5" presStyleCnt="0"/>
      <dgm:spPr/>
    </dgm:pt>
    <dgm:pt modelId="{35D7EE3B-476E-49BC-8835-3C1DD7562369}" type="pres">
      <dgm:prSet presAssocID="{96360C39-AE94-4D6F-A977-AA6973538DF4}" presName="Name23" presStyleLbl="parChTrans1D4" presStyleIdx="6" presStyleCnt="7"/>
      <dgm:spPr/>
    </dgm:pt>
    <dgm:pt modelId="{443E0374-6A3D-45A7-832B-81C217C5E24D}" type="pres">
      <dgm:prSet presAssocID="{86148E4A-C2FC-45A1-AD4D-65C0C0409953}" presName="hierRoot4" presStyleCnt="0"/>
      <dgm:spPr/>
    </dgm:pt>
    <dgm:pt modelId="{FB69AD15-69EF-499E-B7C1-5E04546F5F9B}" type="pres">
      <dgm:prSet presAssocID="{86148E4A-C2FC-45A1-AD4D-65C0C0409953}" presName="composite4" presStyleCnt="0"/>
      <dgm:spPr/>
    </dgm:pt>
    <dgm:pt modelId="{800A576C-4D8B-4441-847C-263E5A470CA4}" type="pres">
      <dgm:prSet presAssocID="{86148E4A-C2FC-45A1-AD4D-65C0C0409953}" presName="background4" presStyleLbl="node4" presStyleIdx="6" presStyleCnt="7"/>
      <dgm:spPr/>
    </dgm:pt>
    <dgm:pt modelId="{1E8AF4A8-EB11-45E2-BB3A-F5E9D3378208}" type="pres">
      <dgm:prSet presAssocID="{86148E4A-C2FC-45A1-AD4D-65C0C0409953}" presName="text4" presStyleLbl="fgAcc4" presStyleIdx="6" presStyleCnt="7">
        <dgm:presLayoutVars>
          <dgm:chPref val="3"/>
        </dgm:presLayoutVars>
      </dgm:prSet>
      <dgm:spPr/>
    </dgm:pt>
    <dgm:pt modelId="{54CDA633-68C1-4C19-9C06-E6EEA8868AA9}" type="pres">
      <dgm:prSet presAssocID="{86148E4A-C2FC-45A1-AD4D-65C0C0409953}" presName="hierChild5" presStyleCnt="0"/>
      <dgm:spPr/>
    </dgm:pt>
    <dgm:pt modelId="{2DF69CDF-77FB-4CF1-A736-248B155EFD31}" type="pres">
      <dgm:prSet presAssocID="{8FD03AC3-4D08-470A-933E-2B65AF9E4B8A}" presName="Name10" presStyleLbl="parChTrans1D2" presStyleIdx="1" presStyleCnt="2"/>
      <dgm:spPr/>
    </dgm:pt>
    <dgm:pt modelId="{6F462E68-AB66-4B8E-99BB-7F2A4E77BB68}" type="pres">
      <dgm:prSet presAssocID="{44C8013C-398D-4E4D-89C0-75B6F7EC1EFD}" presName="hierRoot2" presStyleCnt="0"/>
      <dgm:spPr/>
    </dgm:pt>
    <dgm:pt modelId="{18248386-1A37-4763-B901-85C2422259D9}" type="pres">
      <dgm:prSet presAssocID="{44C8013C-398D-4E4D-89C0-75B6F7EC1EFD}" presName="composite2" presStyleCnt="0"/>
      <dgm:spPr/>
    </dgm:pt>
    <dgm:pt modelId="{4D179D38-A01B-4F33-9826-8A44D6D3D929}" type="pres">
      <dgm:prSet presAssocID="{44C8013C-398D-4E4D-89C0-75B6F7EC1EFD}" presName="background2" presStyleLbl="node2" presStyleIdx="1" presStyleCnt="2"/>
      <dgm:spPr/>
    </dgm:pt>
    <dgm:pt modelId="{535F8F88-52D6-4B3A-AEE0-D6387B10F53A}" type="pres">
      <dgm:prSet presAssocID="{44C8013C-398D-4E4D-89C0-75B6F7EC1EFD}" presName="text2" presStyleLbl="fgAcc2" presStyleIdx="1" presStyleCnt="2">
        <dgm:presLayoutVars>
          <dgm:chPref val="3"/>
        </dgm:presLayoutVars>
      </dgm:prSet>
      <dgm:spPr/>
    </dgm:pt>
    <dgm:pt modelId="{BC1710B2-D446-4521-AF92-BFDC6D91225D}" type="pres">
      <dgm:prSet presAssocID="{44C8013C-398D-4E4D-89C0-75B6F7EC1EFD}" presName="hierChild3" presStyleCnt="0"/>
      <dgm:spPr/>
    </dgm:pt>
  </dgm:ptLst>
  <dgm:cxnLst>
    <dgm:cxn modelId="{F8314500-B034-4637-9DCE-AB3DD16E2610}" type="presOf" srcId="{ABCBFB49-9E53-43B5-9AD9-C4264123A922}" destId="{015CB444-6D73-4FD9-A624-18F3482F50EC}" srcOrd="0" destOrd="0" presId="urn:microsoft.com/office/officeart/2005/8/layout/hierarchy1"/>
    <dgm:cxn modelId="{91528303-4AF8-41CE-9CBB-BBDB13AC5B93}" type="presOf" srcId="{D920B461-0E45-4795-A80B-8880387D80E0}" destId="{EDCEC57F-982E-44B3-BA8B-B149FFD7FF0E}" srcOrd="0" destOrd="0" presId="urn:microsoft.com/office/officeart/2005/8/layout/hierarchy1"/>
    <dgm:cxn modelId="{35918109-D925-48B6-AC52-751165EE4445}" srcId="{09D067C4-9C0D-4949-8352-450A143BDFB8}" destId="{590F92DE-DAD9-4EA0-BDF4-54E7F3A23DB0}" srcOrd="2" destOrd="0" parTransId="{FAD45B91-31E5-432D-A304-8A757084498D}" sibTransId="{E6F41282-D942-4827-8038-3851ED461623}"/>
    <dgm:cxn modelId="{0AB3E20D-2280-422A-A97F-0B7B96D8FC7F}" type="presOf" srcId="{590F92DE-DAD9-4EA0-BDF4-54E7F3A23DB0}" destId="{8E0FA253-FF58-47D1-AF2F-D1863C1CAA4D}" srcOrd="0" destOrd="0" presId="urn:microsoft.com/office/officeart/2005/8/layout/hierarchy1"/>
    <dgm:cxn modelId="{3F6EC10E-90AD-4998-B971-1E1B7D14DD99}" type="presOf" srcId="{AA223B13-7DF8-42A7-8CA1-C8CB6806CFE5}" destId="{57FE25F8-DC15-4CFF-AC3B-B580A29B8991}" srcOrd="0" destOrd="0" presId="urn:microsoft.com/office/officeart/2005/8/layout/hierarchy1"/>
    <dgm:cxn modelId="{AFBA571F-E7F5-4A3B-8795-D483241D9081}" srcId="{47C399B3-D877-46FF-9F92-251C1DD96D8B}" destId="{43E96BE4-68D8-4915-9F30-C95BBC466704}" srcOrd="0" destOrd="0" parTransId="{4E380F87-6CDF-41D1-90DB-32D89186B4B0}" sibTransId="{CA9695B6-926D-4BC1-93BD-80EAA077A38D}"/>
    <dgm:cxn modelId="{F5781A23-4C23-46A7-A214-E7EB7C32C923}" srcId="{02292B75-1958-4E2A-9A58-7EE62933341F}" destId="{09D067C4-9C0D-4949-8352-450A143BDFB8}" srcOrd="0" destOrd="0" parTransId="{D920B461-0E45-4795-A80B-8880387D80E0}" sibTransId="{F9BABF2F-7A22-409E-B02E-A174BDBDFD0A}"/>
    <dgm:cxn modelId="{91779729-FA81-49C2-A3FB-252F6537CD32}" type="presOf" srcId="{F9C71E6E-6F7A-4AFB-869C-BB65A1BBD737}" destId="{1664DA67-6B96-47C5-B652-08FEA0002C19}" srcOrd="0" destOrd="0" presId="urn:microsoft.com/office/officeart/2005/8/layout/hierarchy1"/>
    <dgm:cxn modelId="{0AC47E2F-B422-4E89-9F8B-BBB427A22FCB}" type="presOf" srcId="{0486A3AE-3E2B-4704-B88D-26422579ECC9}" destId="{D486821B-C60B-4B8C-A805-F4A5C008A64D}" srcOrd="0" destOrd="0" presId="urn:microsoft.com/office/officeart/2005/8/layout/hierarchy1"/>
    <dgm:cxn modelId="{D630822F-99F8-4C62-B800-BDB6194B2519}" type="presOf" srcId="{DA4D2049-FA3F-44CD-8186-A52C95D10286}" destId="{F607B286-1C85-4944-8CD9-DF345778EBCE}" srcOrd="0" destOrd="0" presId="urn:microsoft.com/office/officeart/2005/8/layout/hierarchy1"/>
    <dgm:cxn modelId="{CCD4B532-55E8-4BD3-8CCE-80F6D3904639}" type="presOf" srcId="{DC5EC57A-FD81-42E7-A1E4-86D5E0CA8388}" destId="{1D4B233D-0492-4999-9AB9-A8C5613648E9}" srcOrd="0" destOrd="0" presId="urn:microsoft.com/office/officeart/2005/8/layout/hierarchy1"/>
    <dgm:cxn modelId="{0545FC32-DD04-4C88-9A93-1B448018A013}" type="presOf" srcId="{96360C39-AE94-4D6F-A977-AA6973538DF4}" destId="{35D7EE3B-476E-49BC-8835-3C1DD7562369}" srcOrd="0" destOrd="0" presId="urn:microsoft.com/office/officeart/2005/8/layout/hierarchy1"/>
    <dgm:cxn modelId="{72AC6134-4846-46C9-90FC-0778A6C42B71}" type="presOf" srcId="{C6E24762-8D2E-4377-AD18-DD8F42518340}" destId="{9DE0B572-1403-4A58-ADDA-DE4DAC8954CC}" srcOrd="0" destOrd="0" presId="urn:microsoft.com/office/officeart/2005/8/layout/hierarchy1"/>
    <dgm:cxn modelId="{F02E2E3B-4A3D-4682-8D9C-BC84BF21DE65}" srcId="{09D067C4-9C0D-4949-8352-450A143BDFB8}" destId="{85CDFFD6-C149-4320-908D-D1A288551EFF}" srcOrd="0" destOrd="0" parTransId="{D6CE5B75-725B-4BC3-8CF8-F2F0AA9C97AE}" sibTransId="{029475B2-7889-49C6-8578-75FF31D25568}"/>
    <dgm:cxn modelId="{23EAB43D-DB89-4B97-A2FC-66EA244BB032}" type="presOf" srcId="{47C399B3-D877-46FF-9F92-251C1DD96D8B}" destId="{C33EF0DF-1546-4259-B131-C4FD553B6B10}" srcOrd="0" destOrd="0" presId="urn:microsoft.com/office/officeart/2005/8/layout/hierarchy1"/>
    <dgm:cxn modelId="{2EA7B95B-E5B6-4919-A33D-B7FD963C3554}" srcId="{09D067C4-9C0D-4949-8352-450A143BDFB8}" destId="{ABCBFB49-9E53-43B5-9AD9-C4264123A922}" srcOrd="3" destOrd="0" parTransId="{DC5EC57A-FD81-42E7-A1E4-86D5E0CA8388}" sibTransId="{B755A6C6-8CA6-47D5-A7D0-097F0E59AC02}"/>
    <dgm:cxn modelId="{54B14565-6E75-40C4-8E02-1B406A28C96F}" type="presOf" srcId="{86148E4A-C2FC-45A1-AD4D-65C0C0409953}" destId="{1E8AF4A8-EB11-45E2-BB3A-F5E9D3378208}" srcOrd="0" destOrd="0" presId="urn:microsoft.com/office/officeart/2005/8/layout/hierarchy1"/>
    <dgm:cxn modelId="{41B25473-E452-4148-AC4A-B797A322F716}" type="presOf" srcId="{09D067C4-9C0D-4949-8352-450A143BDFB8}" destId="{FD8F11C5-28CD-4408-8711-7FFF865FFD92}" srcOrd="0" destOrd="0" presId="urn:microsoft.com/office/officeart/2005/8/layout/hierarchy1"/>
    <dgm:cxn modelId="{E8367658-7425-4812-81FD-35E977623D5C}" type="presOf" srcId="{85CDFFD6-C149-4320-908D-D1A288551EFF}" destId="{5EDBE940-F911-4B7C-ABAC-0D47FEFB78A6}" srcOrd="0" destOrd="0" presId="urn:microsoft.com/office/officeart/2005/8/layout/hierarchy1"/>
    <dgm:cxn modelId="{A7E65A58-5B7E-4484-A4DD-B4C126D86652}" srcId="{43E96BE4-68D8-4915-9F30-C95BBC466704}" destId="{02292B75-1958-4E2A-9A58-7EE62933341F}" srcOrd="0" destOrd="0" parTransId="{BFF37B2C-357F-4591-8E14-1085F9FCC23C}" sibTransId="{5424751E-F647-4320-8C3F-784F16935D49}"/>
    <dgm:cxn modelId="{32E1807D-594F-4463-B24B-EA6F7F893413}" type="presOf" srcId="{BFF37B2C-357F-4591-8E14-1085F9FCC23C}" destId="{C8D51F85-9B81-40B3-A344-CC674658DADD}" srcOrd="0" destOrd="0" presId="urn:microsoft.com/office/officeart/2005/8/layout/hierarchy1"/>
    <dgm:cxn modelId="{15301481-F027-4FC5-8FC1-2056AED2CDF3}" type="presOf" srcId="{43E96BE4-68D8-4915-9F30-C95BBC466704}" destId="{64C19288-1175-4719-B0AB-E75ABDE75754}" srcOrd="0" destOrd="0" presId="urn:microsoft.com/office/officeart/2005/8/layout/hierarchy1"/>
    <dgm:cxn modelId="{E149718A-E570-4408-921B-5A6E88262A98}" type="presOf" srcId="{44C8013C-398D-4E4D-89C0-75B6F7EC1EFD}" destId="{535F8F88-52D6-4B3A-AEE0-D6387B10F53A}" srcOrd="0" destOrd="0" presId="urn:microsoft.com/office/officeart/2005/8/layout/hierarchy1"/>
    <dgm:cxn modelId="{7CA0D39B-E700-4E76-B064-C33A2B9FC72B}" srcId="{43E96BE4-68D8-4915-9F30-C95BBC466704}" destId="{44C8013C-398D-4E4D-89C0-75B6F7EC1EFD}" srcOrd="1" destOrd="0" parTransId="{8FD03AC3-4D08-470A-933E-2B65AF9E4B8A}" sibTransId="{7CC08C35-ACC9-46D7-9670-248A8C39F471}"/>
    <dgm:cxn modelId="{FFDD14A2-86BE-4200-9406-C5542630B019}" srcId="{09D067C4-9C0D-4949-8352-450A143BDFB8}" destId="{86148E4A-C2FC-45A1-AD4D-65C0C0409953}" srcOrd="4" destOrd="0" parTransId="{96360C39-AE94-4D6F-A977-AA6973538DF4}" sibTransId="{FDE41E78-F13B-453E-A6B6-CBD4124454DB}"/>
    <dgm:cxn modelId="{4B6C5AA8-B9A0-4D84-8DB7-F459DC370944}" srcId="{590F92DE-DAD9-4EA0-BDF4-54E7F3A23DB0}" destId="{F9C71E6E-6F7A-4AFB-869C-BB65A1BBD737}" srcOrd="0" destOrd="0" parTransId="{DA4D2049-FA3F-44CD-8186-A52C95D10286}" sibTransId="{5FB6103A-8892-4A2E-93F4-D2DE239418DE}"/>
    <dgm:cxn modelId="{F8CB4EB2-20E2-4565-A553-C3E551FDCEF9}" srcId="{09D067C4-9C0D-4949-8352-450A143BDFB8}" destId="{C6E24762-8D2E-4377-AD18-DD8F42518340}" srcOrd="1" destOrd="0" parTransId="{0F65B641-2A90-4A73-BB01-2B382C38DA12}" sibTransId="{FBA245C8-1FC7-419C-87E6-A49066E8EBE3}"/>
    <dgm:cxn modelId="{703204C6-A646-440F-8C2F-5E9E80B23FDB}" type="presOf" srcId="{0F65B641-2A90-4A73-BB01-2B382C38DA12}" destId="{48B2ED59-9356-40D3-B263-E7AE53175ED9}" srcOrd="0" destOrd="0" presId="urn:microsoft.com/office/officeart/2005/8/layout/hierarchy1"/>
    <dgm:cxn modelId="{45933BD1-3811-4AEE-BFA8-10D3A4ADB1A9}" type="presOf" srcId="{8FD03AC3-4D08-470A-933E-2B65AF9E4B8A}" destId="{2DF69CDF-77FB-4CF1-A736-248B155EFD31}" srcOrd="0" destOrd="0" presId="urn:microsoft.com/office/officeart/2005/8/layout/hierarchy1"/>
    <dgm:cxn modelId="{0EC688E0-F95C-4F2F-99D5-E9A4756402BF}" srcId="{590F92DE-DAD9-4EA0-BDF4-54E7F3A23DB0}" destId="{0486A3AE-3E2B-4704-B88D-26422579ECC9}" srcOrd="1" destOrd="0" parTransId="{AA223B13-7DF8-42A7-8CA1-C8CB6806CFE5}" sibTransId="{1A987DFD-0CCD-431E-9F94-333DEF3B1EBB}"/>
    <dgm:cxn modelId="{271923E5-6F7E-4E8F-A78A-38EF89438BD5}" type="presOf" srcId="{D6CE5B75-725B-4BC3-8CF8-F2F0AA9C97AE}" destId="{2B062DA0-21A4-451E-B635-F67F662BE372}" srcOrd="0" destOrd="0" presId="urn:microsoft.com/office/officeart/2005/8/layout/hierarchy1"/>
    <dgm:cxn modelId="{466621F9-8016-444E-B146-404DA933F0CC}" type="presOf" srcId="{FAD45B91-31E5-432D-A304-8A757084498D}" destId="{F7EEB8B4-0D1E-4426-819E-37D16A2539D6}" srcOrd="0" destOrd="0" presId="urn:microsoft.com/office/officeart/2005/8/layout/hierarchy1"/>
    <dgm:cxn modelId="{68F12DFF-C4A0-4B18-AAE1-95954629DB78}" type="presOf" srcId="{02292B75-1958-4E2A-9A58-7EE62933341F}" destId="{A0040084-A12A-44CE-A70D-D4C4949B5920}" srcOrd="0" destOrd="0" presId="urn:microsoft.com/office/officeart/2005/8/layout/hierarchy1"/>
    <dgm:cxn modelId="{6FA6EE04-AC3E-44BF-BEEF-B7B7E5672616}" type="presParOf" srcId="{C33EF0DF-1546-4259-B131-C4FD553B6B10}" destId="{6C7D396C-B028-47B2-BE05-BC7A04D4D341}" srcOrd="0" destOrd="0" presId="urn:microsoft.com/office/officeart/2005/8/layout/hierarchy1"/>
    <dgm:cxn modelId="{0FA3B4C9-6050-4111-8EC1-5CB03C6542F2}" type="presParOf" srcId="{6C7D396C-B028-47B2-BE05-BC7A04D4D341}" destId="{DF7D5F58-3AA0-46B2-80EA-D51B0EBFF310}" srcOrd="0" destOrd="0" presId="urn:microsoft.com/office/officeart/2005/8/layout/hierarchy1"/>
    <dgm:cxn modelId="{47A90100-3591-4204-93FD-79AD5E724F36}" type="presParOf" srcId="{DF7D5F58-3AA0-46B2-80EA-D51B0EBFF310}" destId="{9E48BEA6-C3F0-4603-8D3F-1B060D976ECB}" srcOrd="0" destOrd="0" presId="urn:microsoft.com/office/officeart/2005/8/layout/hierarchy1"/>
    <dgm:cxn modelId="{B948EF80-BE68-48C4-9916-FE9C10DA9E8C}" type="presParOf" srcId="{DF7D5F58-3AA0-46B2-80EA-D51B0EBFF310}" destId="{64C19288-1175-4719-B0AB-E75ABDE75754}" srcOrd="1" destOrd="0" presId="urn:microsoft.com/office/officeart/2005/8/layout/hierarchy1"/>
    <dgm:cxn modelId="{4341F249-C416-4C5C-BE42-D94B0BA4F619}" type="presParOf" srcId="{6C7D396C-B028-47B2-BE05-BC7A04D4D341}" destId="{0FC9AB2A-599B-4B38-81C2-CCB01918E40B}" srcOrd="1" destOrd="0" presId="urn:microsoft.com/office/officeart/2005/8/layout/hierarchy1"/>
    <dgm:cxn modelId="{25AF8736-5D4F-4208-A314-1E26897D453B}" type="presParOf" srcId="{0FC9AB2A-599B-4B38-81C2-CCB01918E40B}" destId="{C8D51F85-9B81-40B3-A344-CC674658DADD}" srcOrd="0" destOrd="0" presId="urn:microsoft.com/office/officeart/2005/8/layout/hierarchy1"/>
    <dgm:cxn modelId="{EF0B40C8-917D-474C-8457-7AA07D799480}" type="presParOf" srcId="{0FC9AB2A-599B-4B38-81C2-CCB01918E40B}" destId="{99FAD8A3-E190-4452-A499-1D9FA3A0C715}" srcOrd="1" destOrd="0" presId="urn:microsoft.com/office/officeart/2005/8/layout/hierarchy1"/>
    <dgm:cxn modelId="{D8B1753A-7327-44ED-8AC7-49983134F1F0}" type="presParOf" srcId="{99FAD8A3-E190-4452-A499-1D9FA3A0C715}" destId="{44C44CD1-1D07-4A76-874F-B88A8E7CB560}" srcOrd="0" destOrd="0" presId="urn:microsoft.com/office/officeart/2005/8/layout/hierarchy1"/>
    <dgm:cxn modelId="{1B3EC51E-C31E-4B7A-88CF-68C2F6C02DA7}" type="presParOf" srcId="{44C44CD1-1D07-4A76-874F-B88A8E7CB560}" destId="{AEFE4711-647F-4396-8F56-42C57CF1755F}" srcOrd="0" destOrd="0" presId="urn:microsoft.com/office/officeart/2005/8/layout/hierarchy1"/>
    <dgm:cxn modelId="{931FE8D9-FCEA-4F94-9943-BF052AD66952}" type="presParOf" srcId="{44C44CD1-1D07-4A76-874F-B88A8E7CB560}" destId="{A0040084-A12A-44CE-A70D-D4C4949B5920}" srcOrd="1" destOrd="0" presId="urn:microsoft.com/office/officeart/2005/8/layout/hierarchy1"/>
    <dgm:cxn modelId="{763A57DF-5A05-448C-B3FC-376C86F1E476}" type="presParOf" srcId="{99FAD8A3-E190-4452-A499-1D9FA3A0C715}" destId="{9AC5A6D5-13D5-4EF7-A0FC-898CA0943969}" srcOrd="1" destOrd="0" presId="urn:microsoft.com/office/officeart/2005/8/layout/hierarchy1"/>
    <dgm:cxn modelId="{1782926A-B659-4C20-A059-2497912072B1}" type="presParOf" srcId="{9AC5A6D5-13D5-4EF7-A0FC-898CA0943969}" destId="{EDCEC57F-982E-44B3-BA8B-B149FFD7FF0E}" srcOrd="0" destOrd="0" presId="urn:microsoft.com/office/officeart/2005/8/layout/hierarchy1"/>
    <dgm:cxn modelId="{9E7718D6-5A37-4E85-B95B-DB24F3F54278}" type="presParOf" srcId="{9AC5A6D5-13D5-4EF7-A0FC-898CA0943969}" destId="{E381A868-CBED-426C-8423-AABF52F9A79C}" srcOrd="1" destOrd="0" presId="urn:microsoft.com/office/officeart/2005/8/layout/hierarchy1"/>
    <dgm:cxn modelId="{7FA3DA95-D374-4AEF-B24F-CD270AF7561E}" type="presParOf" srcId="{E381A868-CBED-426C-8423-AABF52F9A79C}" destId="{525FD672-2182-4D2F-95FF-70BF13DB4103}" srcOrd="0" destOrd="0" presId="urn:microsoft.com/office/officeart/2005/8/layout/hierarchy1"/>
    <dgm:cxn modelId="{2A2937C4-8C8D-41D6-88B2-1AF24D51DEFF}" type="presParOf" srcId="{525FD672-2182-4D2F-95FF-70BF13DB4103}" destId="{86A71AF8-94E2-4DF5-BAD2-5BB0AE6F481B}" srcOrd="0" destOrd="0" presId="urn:microsoft.com/office/officeart/2005/8/layout/hierarchy1"/>
    <dgm:cxn modelId="{15A992DE-FA56-4136-B960-B38D92AFAF79}" type="presParOf" srcId="{525FD672-2182-4D2F-95FF-70BF13DB4103}" destId="{FD8F11C5-28CD-4408-8711-7FFF865FFD92}" srcOrd="1" destOrd="0" presId="urn:microsoft.com/office/officeart/2005/8/layout/hierarchy1"/>
    <dgm:cxn modelId="{966E463E-6EE3-466D-9510-9A5E2165CF42}" type="presParOf" srcId="{E381A868-CBED-426C-8423-AABF52F9A79C}" destId="{41A0B144-11B3-47EA-A39A-444D376D0BD5}" srcOrd="1" destOrd="0" presId="urn:microsoft.com/office/officeart/2005/8/layout/hierarchy1"/>
    <dgm:cxn modelId="{A0393753-BBFF-46D3-9DD1-7CCE5B1A03A9}" type="presParOf" srcId="{41A0B144-11B3-47EA-A39A-444D376D0BD5}" destId="{2B062DA0-21A4-451E-B635-F67F662BE372}" srcOrd="0" destOrd="0" presId="urn:microsoft.com/office/officeart/2005/8/layout/hierarchy1"/>
    <dgm:cxn modelId="{17D24D1B-B29E-4D0A-8507-65E9490AC876}" type="presParOf" srcId="{41A0B144-11B3-47EA-A39A-444D376D0BD5}" destId="{E9884DDE-C8EE-49E5-A004-3AEAB70FB56E}" srcOrd="1" destOrd="0" presId="urn:microsoft.com/office/officeart/2005/8/layout/hierarchy1"/>
    <dgm:cxn modelId="{7164FF75-BF09-426E-818F-93992A295A8B}" type="presParOf" srcId="{E9884DDE-C8EE-49E5-A004-3AEAB70FB56E}" destId="{BAAE81CA-56E1-466B-BE42-F7B17F5E4912}" srcOrd="0" destOrd="0" presId="urn:microsoft.com/office/officeart/2005/8/layout/hierarchy1"/>
    <dgm:cxn modelId="{EA22CDC0-E36A-4A3F-BB3C-0BD2CF9BF9D5}" type="presParOf" srcId="{BAAE81CA-56E1-466B-BE42-F7B17F5E4912}" destId="{AE4C17B1-2F86-472F-BBA4-5C20E53DC286}" srcOrd="0" destOrd="0" presId="urn:microsoft.com/office/officeart/2005/8/layout/hierarchy1"/>
    <dgm:cxn modelId="{844A712E-270E-4017-983C-5FF00640A341}" type="presParOf" srcId="{BAAE81CA-56E1-466B-BE42-F7B17F5E4912}" destId="{5EDBE940-F911-4B7C-ABAC-0D47FEFB78A6}" srcOrd="1" destOrd="0" presId="urn:microsoft.com/office/officeart/2005/8/layout/hierarchy1"/>
    <dgm:cxn modelId="{4A3B8263-3DAF-4F9D-BE15-32D3CF670A3A}" type="presParOf" srcId="{E9884DDE-C8EE-49E5-A004-3AEAB70FB56E}" destId="{7CB841ED-39CB-4C67-9C13-3CEA507F5428}" srcOrd="1" destOrd="0" presId="urn:microsoft.com/office/officeart/2005/8/layout/hierarchy1"/>
    <dgm:cxn modelId="{94988715-2AE9-4E5B-AFEC-D40CFBD855F8}" type="presParOf" srcId="{41A0B144-11B3-47EA-A39A-444D376D0BD5}" destId="{48B2ED59-9356-40D3-B263-E7AE53175ED9}" srcOrd="2" destOrd="0" presId="urn:microsoft.com/office/officeart/2005/8/layout/hierarchy1"/>
    <dgm:cxn modelId="{3A61DC7A-A14F-4D50-B019-8465D6D41C28}" type="presParOf" srcId="{41A0B144-11B3-47EA-A39A-444D376D0BD5}" destId="{F03DB71D-E958-434B-B6FA-1D321EB67FE5}" srcOrd="3" destOrd="0" presId="urn:microsoft.com/office/officeart/2005/8/layout/hierarchy1"/>
    <dgm:cxn modelId="{AFA7E8A6-B00B-4D78-8836-2C0C304E7566}" type="presParOf" srcId="{F03DB71D-E958-434B-B6FA-1D321EB67FE5}" destId="{72C74454-3C71-4491-B22E-F2E5CB11A203}" srcOrd="0" destOrd="0" presId="urn:microsoft.com/office/officeart/2005/8/layout/hierarchy1"/>
    <dgm:cxn modelId="{4C026219-DA84-4E18-BDBA-46B001736FAB}" type="presParOf" srcId="{72C74454-3C71-4491-B22E-F2E5CB11A203}" destId="{F40ECFAC-5645-466A-93AA-E04ABC8E7F3E}" srcOrd="0" destOrd="0" presId="urn:microsoft.com/office/officeart/2005/8/layout/hierarchy1"/>
    <dgm:cxn modelId="{FF4FD31E-9E3F-454A-8AB0-732C47FB4FB9}" type="presParOf" srcId="{72C74454-3C71-4491-B22E-F2E5CB11A203}" destId="{9DE0B572-1403-4A58-ADDA-DE4DAC8954CC}" srcOrd="1" destOrd="0" presId="urn:microsoft.com/office/officeart/2005/8/layout/hierarchy1"/>
    <dgm:cxn modelId="{B46A2475-1B6F-4FFA-8344-70362CE0F1EA}" type="presParOf" srcId="{F03DB71D-E958-434B-B6FA-1D321EB67FE5}" destId="{905ABBB9-97B8-4C55-B61A-861A9881E9F7}" srcOrd="1" destOrd="0" presId="urn:microsoft.com/office/officeart/2005/8/layout/hierarchy1"/>
    <dgm:cxn modelId="{7AE25E31-AF3E-4201-A8A3-D4D9CE12EF76}" type="presParOf" srcId="{41A0B144-11B3-47EA-A39A-444D376D0BD5}" destId="{F7EEB8B4-0D1E-4426-819E-37D16A2539D6}" srcOrd="4" destOrd="0" presId="urn:microsoft.com/office/officeart/2005/8/layout/hierarchy1"/>
    <dgm:cxn modelId="{F9AE6397-0943-4B76-B48E-3D75F94682C1}" type="presParOf" srcId="{41A0B144-11B3-47EA-A39A-444D376D0BD5}" destId="{E7A62D2D-FBB7-4586-AE46-9490449FAA76}" srcOrd="5" destOrd="0" presId="urn:microsoft.com/office/officeart/2005/8/layout/hierarchy1"/>
    <dgm:cxn modelId="{6E6F9632-FDAD-4981-964E-7A98D313D6A1}" type="presParOf" srcId="{E7A62D2D-FBB7-4586-AE46-9490449FAA76}" destId="{12967FB8-594C-4804-AAF6-111F644BA443}" srcOrd="0" destOrd="0" presId="urn:microsoft.com/office/officeart/2005/8/layout/hierarchy1"/>
    <dgm:cxn modelId="{9F4E6DDF-7FF1-42D4-9043-69C99B3F2F63}" type="presParOf" srcId="{12967FB8-594C-4804-AAF6-111F644BA443}" destId="{5D5C0FC9-F360-4285-9E35-2EAE59091B5B}" srcOrd="0" destOrd="0" presId="urn:microsoft.com/office/officeart/2005/8/layout/hierarchy1"/>
    <dgm:cxn modelId="{81B2A55A-75C9-4047-8D02-7C47B1477B2E}" type="presParOf" srcId="{12967FB8-594C-4804-AAF6-111F644BA443}" destId="{8E0FA253-FF58-47D1-AF2F-D1863C1CAA4D}" srcOrd="1" destOrd="0" presId="urn:microsoft.com/office/officeart/2005/8/layout/hierarchy1"/>
    <dgm:cxn modelId="{39F71F20-EC80-4EB7-A30A-1203C21D1F82}" type="presParOf" srcId="{E7A62D2D-FBB7-4586-AE46-9490449FAA76}" destId="{DC5DB19F-916D-4E6D-AE6E-FDF9DBE733FC}" srcOrd="1" destOrd="0" presId="urn:microsoft.com/office/officeart/2005/8/layout/hierarchy1"/>
    <dgm:cxn modelId="{61F011D8-1ED5-473D-8701-7F28449E3EAD}" type="presParOf" srcId="{DC5DB19F-916D-4E6D-AE6E-FDF9DBE733FC}" destId="{F607B286-1C85-4944-8CD9-DF345778EBCE}" srcOrd="0" destOrd="0" presId="urn:microsoft.com/office/officeart/2005/8/layout/hierarchy1"/>
    <dgm:cxn modelId="{ADD2D70E-5325-4A0D-B37E-C023B324B109}" type="presParOf" srcId="{DC5DB19F-916D-4E6D-AE6E-FDF9DBE733FC}" destId="{62391CA8-5742-40AC-8279-41FDB343193A}" srcOrd="1" destOrd="0" presId="urn:microsoft.com/office/officeart/2005/8/layout/hierarchy1"/>
    <dgm:cxn modelId="{A22E755E-4EEE-45A6-8F4B-25604AAF09E4}" type="presParOf" srcId="{62391CA8-5742-40AC-8279-41FDB343193A}" destId="{BF5B50F7-0774-4492-9CA6-118F72A2CF4D}" srcOrd="0" destOrd="0" presId="urn:microsoft.com/office/officeart/2005/8/layout/hierarchy1"/>
    <dgm:cxn modelId="{1157FDEE-904F-44B5-BDE3-5787F2A9DF87}" type="presParOf" srcId="{BF5B50F7-0774-4492-9CA6-118F72A2CF4D}" destId="{21761349-DDEE-4100-BDBA-18340A0F17E0}" srcOrd="0" destOrd="0" presId="urn:microsoft.com/office/officeart/2005/8/layout/hierarchy1"/>
    <dgm:cxn modelId="{9BA31D6F-1499-44D6-91BF-BFDF9843D3C1}" type="presParOf" srcId="{BF5B50F7-0774-4492-9CA6-118F72A2CF4D}" destId="{1664DA67-6B96-47C5-B652-08FEA0002C19}" srcOrd="1" destOrd="0" presId="urn:microsoft.com/office/officeart/2005/8/layout/hierarchy1"/>
    <dgm:cxn modelId="{5961B227-C99E-472E-AC01-3CEF90768868}" type="presParOf" srcId="{62391CA8-5742-40AC-8279-41FDB343193A}" destId="{FEE52371-2926-4C52-8BF8-750F4F6989CE}" srcOrd="1" destOrd="0" presId="urn:microsoft.com/office/officeart/2005/8/layout/hierarchy1"/>
    <dgm:cxn modelId="{D7E83E5A-B2AA-4B69-AD54-5775FA762156}" type="presParOf" srcId="{DC5DB19F-916D-4E6D-AE6E-FDF9DBE733FC}" destId="{57FE25F8-DC15-4CFF-AC3B-B580A29B8991}" srcOrd="2" destOrd="0" presId="urn:microsoft.com/office/officeart/2005/8/layout/hierarchy1"/>
    <dgm:cxn modelId="{334EEE99-23F5-414F-A0D0-B56BBB8B05D2}" type="presParOf" srcId="{DC5DB19F-916D-4E6D-AE6E-FDF9DBE733FC}" destId="{DD7EBC62-F512-4B85-B4E2-56052CC1F6E8}" srcOrd="3" destOrd="0" presId="urn:microsoft.com/office/officeart/2005/8/layout/hierarchy1"/>
    <dgm:cxn modelId="{6C9DD612-0F98-4E98-809D-187161B67F65}" type="presParOf" srcId="{DD7EBC62-F512-4B85-B4E2-56052CC1F6E8}" destId="{9191BC45-3032-4E9A-AE64-3A998AF64034}" srcOrd="0" destOrd="0" presId="urn:microsoft.com/office/officeart/2005/8/layout/hierarchy1"/>
    <dgm:cxn modelId="{C5E91633-00B4-4A9A-800D-F10FDF97AE17}" type="presParOf" srcId="{9191BC45-3032-4E9A-AE64-3A998AF64034}" destId="{B73D4303-DA33-4F0A-84C4-BCAB49A753F6}" srcOrd="0" destOrd="0" presId="urn:microsoft.com/office/officeart/2005/8/layout/hierarchy1"/>
    <dgm:cxn modelId="{F32CC2A2-40A2-4A80-92DC-8C3393CB9556}" type="presParOf" srcId="{9191BC45-3032-4E9A-AE64-3A998AF64034}" destId="{D486821B-C60B-4B8C-A805-F4A5C008A64D}" srcOrd="1" destOrd="0" presId="urn:microsoft.com/office/officeart/2005/8/layout/hierarchy1"/>
    <dgm:cxn modelId="{022649A2-DCED-4577-B375-FC205E8705B4}" type="presParOf" srcId="{DD7EBC62-F512-4B85-B4E2-56052CC1F6E8}" destId="{59BAFF72-18D5-469E-825C-B50EC38D37B9}" srcOrd="1" destOrd="0" presId="urn:microsoft.com/office/officeart/2005/8/layout/hierarchy1"/>
    <dgm:cxn modelId="{3352EC8C-F0B0-439E-808A-AEAE7B686997}" type="presParOf" srcId="{41A0B144-11B3-47EA-A39A-444D376D0BD5}" destId="{1D4B233D-0492-4999-9AB9-A8C5613648E9}" srcOrd="6" destOrd="0" presId="urn:microsoft.com/office/officeart/2005/8/layout/hierarchy1"/>
    <dgm:cxn modelId="{036EA0A8-28FF-4E19-9A25-34430ECD5AEE}" type="presParOf" srcId="{41A0B144-11B3-47EA-A39A-444D376D0BD5}" destId="{E72CD8EF-C6EB-4A78-833F-3E78188903AA}" srcOrd="7" destOrd="0" presId="urn:microsoft.com/office/officeart/2005/8/layout/hierarchy1"/>
    <dgm:cxn modelId="{1746EA97-2408-4639-A0F4-483B07AEA57B}" type="presParOf" srcId="{E72CD8EF-C6EB-4A78-833F-3E78188903AA}" destId="{E302C863-AD7C-46C2-95BA-F942FDF0521B}" srcOrd="0" destOrd="0" presId="urn:microsoft.com/office/officeart/2005/8/layout/hierarchy1"/>
    <dgm:cxn modelId="{EF999F8F-7244-4593-A97F-6126BFF8CDB6}" type="presParOf" srcId="{E302C863-AD7C-46C2-95BA-F942FDF0521B}" destId="{4F771B6C-917D-432B-A186-56F811F98891}" srcOrd="0" destOrd="0" presId="urn:microsoft.com/office/officeart/2005/8/layout/hierarchy1"/>
    <dgm:cxn modelId="{ACD40694-7C22-441E-AEAE-99D4231E6952}" type="presParOf" srcId="{E302C863-AD7C-46C2-95BA-F942FDF0521B}" destId="{015CB444-6D73-4FD9-A624-18F3482F50EC}" srcOrd="1" destOrd="0" presId="urn:microsoft.com/office/officeart/2005/8/layout/hierarchy1"/>
    <dgm:cxn modelId="{575A11EE-D0A8-4BC9-8782-3A571584DEF9}" type="presParOf" srcId="{E72CD8EF-C6EB-4A78-833F-3E78188903AA}" destId="{FE267817-AB90-47E4-A025-B3A9FD5FB781}" srcOrd="1" destOrd="0" presId="urn:microsoft.com/office/officeart/2005/8/layout/hierarchy1"/>
    <dgm:cxn modelId="{BD0C7723-7DB8-49E2-A21C-4A1D30CC0974}" type="presParOf" srcId="{41A0B144-11B3-47EA-A39A-444D376D0BD5}" destId="{35D7EE3B-476E-49BC-8835-3C1DD7562369}" srcOrd="8" destOrd="0" presId="urn:microsoft.com/office/officeart/2005/8/layout/hierarchy1"/>
    <dgm:cxn modelId="{362CF976-7DB8-480F-A173-36E971C1FB16}" type="presParOf" srcId="{41A0B144-11B3-47EA-A39A-444D376D0BD5}" destId="{443E0374-6A3D-45A7-832B-81C217C5E24D}" srcOrd="9" destOrd="0" presId="urn:microsoft.com/office/officeart/2005/8/layout/hierarchy1"/>
    <dgm:cxn modelId="{E8A7218A-89D4-4818-BF4D-DBFD141C977F}" type="presParOf" srcId="{443E0374-6A3D-45A7-832B-81C217C5E24D}" destId="{FB69AD15-69EF-499E-B7C1-5E04546F5F9B}" srcOrd="0" destOrd="0" presId="urn:microsoft.com/office/officeart/2005/8/layout/hierarchy1"/>
    <dgm:cxn modelId="{6FDE92B7-7256-4CA2-80E0-A57984C04DE6}" type="presParOf" srcId="{FB69AD15-69EF-499E-B7C1-5E04546F5F9B}" destId="{800A576C-4D8B-4441-847C-263E5A470CA4}" srcOrd="0" destOrd="0" presId="urn:microsoft.com/office/officeart/2005/8/layout/hierarchy1"/>
    <dgm:cxn modelId="{1E9D3547-7DD9-428D-935F-C8244E813BCC}" type="presParOf" srcId="{FB69AD15-69EF-499E-B7C1-5E04546F5F9B}" destId="{1E8AF4A8-EB11-45E2-BB3A-F5E9D3378208}" srcOrd="1" destOrd="0" presId="urn:microsoft.com/office/officeart/2005/8/layout/hierarchy1"/>
    <dgm:cxn modelId="{EFA6B31C-9A51-445C-9FE8-C1FA35348E49}" type="presParOf" srcId="{443E0374-6A3D-45A7-832B-81C217C5E24D}" destId="{54CDA633-68C1-4C19-9C06-E6EEA8868AA9}" srcOrd="1" destOrd="0" presId="urn:microsoft.com/office/officeart/2005/8/layout/hierarchy1"/>
    <dgm:cxn modelId="{6AE52574-DD9A-4141-9EDC-2D108089A592}" type="presParOf" srcId="{0FC9AB2A-599B-4B38-81C2-CCB01918E40B}" destId="{2DF69CDF-77FB-4CF1-A736-248B155EFD31}" srcOrd="2" destOrd="0" presId="urn:microsoft.com/office/officeart/2005/8/layout/hierarchy1"/>
    <dgm:cxn modelId="{B1AA37D8-B5A3-401F-8062-A2D001B7280C}" type="presParOf" srcId="{0FC9AB2A-599B-4B38-81C2-CCB01918E40B}" destId="{6F462E68-AB66-4B8E-99BB-7F2A4E77BB68}" srcOrd="3" destOrd="0" presId="urn:microsoft.com/office/officeart/2005/8/layout/hierarchy1"/>
    <dgm:cxn modelId="{F2595717-7C8D-4BE6-863A-82CA7D7F339A}" type="presParOf" srcId="{6F462E68-AB66-4B8E-99BB-7F2A4E77BB68}" destId="{18248386-1A37-4763-B901-85C2422259D9}" srcOrd="0" destOrd="0" presId="urn:microsoft.com/office/officeart/2005/8/layout/hierarchy1"/>
    <dgm:cxn modelId="{38F853A1-4494-4705-B449-D8D76FA2784A}" type="presParOf" srcId="{18248386-1A37-4763-B901-85C2422259D9}" destId="{4D179D38-A01B-4F33-9826-8A44D6D3D929}" srcOrd="0" destOrd="0" presId="urn:microsoft.com/office/officeart/2005/8/layout/hierarchy1"/>
    <dgm:cxn modelId="{8C734462-EA47-4367-AE0B-EF06DCC8F169}" type="presParOf" srcId="{18248386-1A37-4763-B901-85C2422259D9}" destId="{535F8F88-52D6-4B3A-AEE0-D6387B10F53A}" srcOrd="1" destOrd="0" presId="urn:microsoft.com/office/officeart/2005/8/layout/hierarchy1"/>
    <dgm:cxn modelId="{96278DFD-1D63-4DAC-9D8E-33821613C3AD}" type="presParOf" srcId="{6F462E68-AB66-4B8E-99BB-7F2A4E77BB68}" destId="{BC1710B2-D446-4521-AF92-BFDC6D91225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F69CDF-77FB-4CF1-A736-248B155EFD31}">
      <dsp:nvSpPr>
        <dsp:cNvPr id="0" name=""/>
        <dsp:cNvSpPr/>
      </dsp:nvSpPr>
      <dsp:spPr>
        <a:xfrm>
          <a:off x="4558326" y="624366"/>
          <a:ext cx="597385" cy="2843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3743"/>
              </a:lnTo>
              <a:lnTo>
                <a:pt x="597385" y="193743"/>
              </a:lnTo>
              <a:lnTo>
                <a:pt x="597385" y="28430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D7EE3B-476E-49BC-8835-3C1DD7562369}">
      <dsp:nvSpPr>
        <dsp:cNvPr id="0" name=""/>
        <dsp:cNvSpPr/>
      </dsp:nvSpPr>
      <dsp:spPr>
        <a:xfrm>
          <a:off x="3960940" y="2434445"/>
          <a:ext cx="2389543" cy="2843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3743"/>
              </a:lnTo>
              <a:lnTo>
                <a:pt x="2389543" y="193743"/>
              </a:lnTo>
              <a:lnTo>
                <a:pt x="2389543" y="28430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4B233D-0492-4999-9AB9-A8C5613648E9}">
      <dsp:nvSpPr>
        <dsp:cNvPr id="0" name=""/>
        <dsp:cNvSpPr/>
      </dsp:nvSpPr>
      <dsp:spPr>
        <a:xfrm>
          <a:off x="3960940" y="2434445"/>
          <a:ext cx="1194771" cy="2843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3743"/>
              </a:lnTo>
              <a:lnTo>
                <a:pt x="1194771" y="193743"/>
              </a:lnTo>
              <a:lnTo>
                <a:pt x="1194771" y="28430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FE25F8-DC15-4CFF-AC3B-B580A29B8991}">
      <dsp:nvSpPr>
        <dsp:cNvPr id="0" name=""/>
        <dsp:cNvSpPr/>
      </dsp:nvSpPr>
      <dsp:spPr>
        <a:xfrm>
          <a:off x="3960940" y="3339485"/>
          <a:ext cx="597385" cy="2843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3743"/>
              </a:lnTo>
              <a:lnTo>
                <a:pt x="597385" y="193743"/>
              </a:lnTo>
              <a:lnTo>
                <a:pt x="597385" y="28430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07B286-1C85-4944-8CD9-DF345778EBCE}">
      <dsp:nvSpPr>
        <dsp:cNvPr id="0" name=""/>
        <dsp:cNvSpPr/>
      </dsp:nvSpPr>
      <dsp:spPr>
        <a:xfrm>
          <a:off x="3363554" y="3339485"/>
          <a:ext cx="597385" cy="284301"/>
        </a:xfrm>
        <a:custGeom>
          <a:avLst/>
          <a:gdLst/>
          <a:ahLst/>
          <a:cxnLst/>
          <a:rect l="0" t="0" r="0" b="0"/>
          <a:pathLst>
            <a:path>
              <a:moveTo>
                <a:pt x="597385" y="0"/>
              </a:moveTo>
              <a:lnTo>
                <a:pt x="597385" y="193743"/>
              </a:lnTo>
              <a:lnTo>
                <a:pt x="0" y="193743"/>
              </a:lnTo>
              <a:lnTo>
                <a:pt x="0" y="28430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EEB8B4-0D1E-4426-819E-37D16A2539D6}">
      <dsp:nvSpPr>
        <dsp:cNvPr id="0" name=""/>
        <dsp:cNvSpPr/>
      </dsp:nvSpPr>
      <dsp:spPr>
        <a:xfrm>
          <a:off x="3915220" y="2434445"/>
          <a:ext cx="91440" cy="28430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430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B2ED59-9356-40D3-B263-E7AE53175ED9}">
      <dsp:nvSpPr>
        <dsp:cNvPr id="0" name=""/>
        <dsp:cNvSpPr/>
      </dsp:nvSpPr>
      <dsp:spPr>
        <a:xfrm>
          <a:off x="2766168" y="2434445"/>
          <a:ext cx="1194771" cy="284301"/>
        </a:xfrm>
        <a:custGeom>
          <a:avLst/>
          <a:gdLst/>
          <a:ahLst/>
          <a:cxnLst/>
          <a:rect l="0" t="0" r="0" b="0"/>
          <a:pathLst>
            <a:path>
              <a:moveTo>
                <a:pt x="1194771" y="0"/>
              </a:moveTo>
              <a:lnTo>
                <a:pt x="1194771" y="193743"/>
              </a:lnTo>
              <a:lnTo>
                <a:pt x="0" y="193743"/>
              </a:lnTo>
              <a:lnTo>
                <a:pt x="0" y="28430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062DA0-21A4-451E-B635-F67F662BE372}">
      <dsp:nvSpPr>
        <dsp:cNvPr id="0" name=""/>
        <dsp:cNvSpPr/>
      </dsp:nvSpPr>
      <dsp:spPr>
        <a:xfrm>
          <a:off x="1571397" y="2434445"/>
          <a:ext cx="2389543" cy="284301"/>
        </a:xfrm>
        <a:custGeom>
          <a:avLst/>
          <a:gdLst/>
          <a:ahLst/>
          <a:cxnLst/>
          <a:rect l="0" t="0" r="0" b="0"/>
          <a:pathLst>
            <a:path>
              <a:moveTo>
                <a:pt x="2389543" y="0"/>
              </a:moveTo>
              <a:lnTo>
                <a:pt x="2389543" y="193743"/>
              </a:lnTo>
              <a:lnTo>
                <a:pt x="0" y="193743"/>
              </a:lnTo>
              <a:lnTo>
                <a:pt x="0" y="28430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CEC57F-982E-44B3-BA8B-B149FFD7FF0E}">
      <dsp:nvSpPr>
        <dsp:cNvPr id="0" name=""/>
        <dsp:cNvSpPr/>
      </dsp:nvSpPr>
      <dsp:spPr>
        <a:xfrm>
          <a:off x="3915220" y="1529406"/>
          <a:ext cx="91440" cy="28430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430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D51F85-9B81-40B3-A344-CC674658DADD}">
      <dsp:nvSpPr>
        <dsp:cNvPr id="0" name=""/>
        <dsp:cNvSpPr/>
      </dsp:nvSpPr>
      <dsp:spPr>
        <a:xfrm>
          <a:off x="3960940" y="624366"/>
          <a:ext cx="597385" cy="284301"/>
        </a:xfrm>
        <a:custGeom>
          <a:avLst/>
          <a:gdLst/>
          <a:ahLst/>
          <a:cxnLst/>
          <a:rect l="0" t="0" r="0" b="0"/>
          <a:pathLst>
            <a:path>
              <a:moveTo>
                <a:pt x="597385" y="0"/>
              </a:moveTo>
              <a:lnTo>
                <a:pt x="597385" y="193743"/>
              </a:lnTo>
              <a:lnTo>
                <a:pt x="0" y="193743"/>
              </a:lnTo>
              <a:lnTo>
                <a:pt x="0" y="28430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48BEA6-C3F0-4603-8D3F-1B060D976ECB}">
      <dsp:nvSpPr>
        <dsp:cNvPr id="0" name=""/>
        <dsp:cNvSpPr/>
      </dsp:nvSpPr>
      <dsp:spPr>
        <a:xfrm>
          <a:off x="4069556" y="3628"/>
          <a:ext cx="977540" cy="6207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C19288-1175-4719-B0AB-E75ABDE75754}">
      <dsp:nvSpPr>
        <dsp:cNvPr id="0" name=""/>
        <dsp:cNvSpPr/>
      </dsp:nvSpPr>
      <dsp:spPr>
        <a:xfrm>
          <a:off x="4178171" y="106813"/>
          <a:ext cx="977540" cy="620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 err="1"/>
            <a:t>dot_lang</a:t>
          </a:r>
          <a:endParaRPr lang="en-IN" sz="1200" kern="1200" dirty="0"/>
        </a:p>
      </dsp:txBody>
      <dsp:txXfrm>
        <a:off x="4196352" y="124994"/>
        <a:ext cx="941178" cy="584376"/>
      </dsp:txXfrm>
    </dsp:sp>
    <dsp:sp modelId="{AEFE4711-647F-4396-8F56-42C57CF1755F}">
      <dsp:nvSpPr>
        <dsp:cNvPr id="0" name=""/>
        <dsp:cNvSpPr/>
      </dsp:nvSpPr>
      <dsp:spPr>
        <a:xfrm>
          <a:off x="3472170" y="908667"/>
          <a:ext cx="977540" cy="6207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040084-A12A-44CE-A70D-D4C4949B5920}">
      <dsp:nvSpPr>
        <dsp:cNvPr id="0" name=""/>
        <dsp:cNvSpPr/>
      </dsp:nvSpPr>
      <dsp:spPr>
        <a:xfrm>
          <a:off x="3580786" y="1011852"/>
          <a:ext cx="977540" cy="620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Node</a:t>
          </a:r>
        </a:p>
      </dsp:txBody>
      <dsp:txXfrm>
        <a:off x="3598967" y="1030033"/>
        <a:ext cx="941178" cy="584376"/>
      </dsp:txXfrm>
    </dsp:sp>
    <dsp:sp modelId="{86A71AF8-94E2-4DF5-BAD2-5BB0AE6F481B}">
      <dsp:nvSpPr>
        <dsp:cNvPr id="0" name=""/>
        <dsp:cNvSpPr/>
      </dsp:nvSpPr>
      <dsp:spPr>
        <a:xfrm>
          <a:off x="3472170" y="1813707"/>
          <a:ext cx="977540" cy="6207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8F11C5-28CD-4408-8711-7FFF865FFD92}">
      <dsp:nvSpPr>
        <dsp:cNvPr id="0" name=""/>
        <dsp:cNvSpPr/>
      </dsp:nvSpPr>
      <dsp:spPr>
        <a:xfrm>
          <a:off x="3580786" y="1916892"/>
          <a:ext cx="977540" cy="620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Primitive</a:t>
          </a:r>
        </a:p>
      </dsp:txBody>
      <dsp:txXfrm>
        <a:off x="3598967" y="1935073"/>
        <a:ext cx="941178" cy="584376"/>
      </dsp:txXfrm>
    </dsp:sp>
    <dsp:sp modelId="{AE4C17B1-2F86-472F-BBA4-5C20E53DC286}">
      <dsp:nvSpPr>
        <dsp:cNvPr id="0" name=""/>
        <dsp:cNvSpPr/>
      </dsp:nvSpPr>
      <dsp:spPr>
        <a:xfrm>
          <a:off x="1082627" y="2718747"/>
          <a:ext cx="977540" cy="6207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DBE940-F911-4B7C-ABAC-0D47FEFB78A6}">
      <dsp:nvSpPr>
        <dsp:cNvPr id="0" name=""/>
        <dsp:cNvSpPr/>
      </dsp:nvSpPr>
      <dsp:spPr>
        <a:xfrm>
          <a:off x="1191242" y="2821931"/>
          <a:ext cx="977540" cy="620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Injector</a:t>
          </a:r>
        </a:p>
      </dsp:txBody>
      <dsp:txXfrm>
        <a:off x="1209423" y="2840112"/>
        <a:ext cx="941178" cy="584376"/>
      </dsp:txXfrm>
    </dsp:sp>
    <dsp:sp modelId="{F40ECFAC-5645-466A-93AA-E04ABC8E7F3E}">
      <dsp:nvSpPr>
        <dsp:cNvPr id="0" name=""/>
        <dsp:cNvSpPr/>
      </dsp:nvSpPr>
      <dsp:spPr>
        <a:xfrm>
          <a:off x="2277398" y="2718747"/>
          <a:ext cx="977540" cy="6207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E0B572-1403-4A58-ADDA-DE4DAC8954CC}">
      <dsp:nvSpPr>
        <dsp:cNvPr id="0" name=""/>
        <dsp:cNvSpPr/>
      </dsp:nvSpPr>
      <dsp:spPr>
        <a:xfrm>
          <a:off x="2386014" y="2821931"/>
          <a:ext cx="977540" cy="620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Queue</a:t>
          </a:r>
        </a:p>
      </dsp:txBody>
      <dsp:txXfrm>
        <a:off x="2404195" y="2840112"/>
        <a:ext cx="941178" cy="584376"/>
      </dsp:txXfrm>
    </dsp:sp>
    <dsp:sp modelId="{5D5C0FC9-F360-4285-9E35-2EAE59091B5B}">
      <dsp:nvSpPr>
        <dsp:cNvPr id="0" name=""/>
        <dsp:cNvSpPr/>
      </dsp:nvSpPr>
      <dsp:spPr>
        <a:xfrm>
          <a:off x="3472170" y="2718747"/>
          <a:ext cx="977540" cy="6207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0FA253-FF58-47D1-AF2F-D1863C1CAA4D}">
      <dsp:nvSpPr>
        <dsp:cNvPr id="0" name=""/>
        <dsp:cNvSpPr/>
      </dsp:nvSpPr>
      <dsp:spPr>
        <a:xfrm>
          <a:off x="3580786" y="2821931"/>
          <a:ext cx="977540" cy="620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Arbiter</a:t>
          </a:r>
        </a:p>
      </dsp:txBody>
      <dsp:txXfrm>
        <a:off x="3598967" y="2840112"/>
        <a:ext cx="941178" cy="584376"/>
      </dsp:txXfrm>
    </dsp:sp>
    <dsp:sp modelId="{21761349-DDEE-4100-BDBA-18340A0F17E0}">
      <dsp:nvSpPr>
        <dsp:cNvPr id="0" name=""/>
        <dsp:cNvSpPr/>
      </dsp:nvSpPr>
      <dsp:spPr>
        <a:xfrm>
          <a:off x="2874784" y="3623786"/>
          <a:ext cx="977540" cy="6207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64DA67-6B96-47C5-B652-08FEA0002C19}">
      <dsp:nvSpPr>
        <dsp:cNvPr id="0" name=""/>
        <dsp:cNvSpPr/>
      </dsp:nvSpPr>
      <dsp:spPr>
        <a:xfrm>
          <a:off x="2983400" y="3726971"/>
          <a:ext cx="977540" cy="620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 err="1"/>
            <a:t>RoundRobin</a:t>
          </a:r>
          <a:endParaRPr lang="en-IN" sz="1200" kern="1200" dirty="0"/>
        </a:p>
      </dsp:txBody>
      <dsp:txXfrm>
        <a:off x="3001581" y="3745152"/>
        <a:ext cx="941178" cy="584376"/>
      </dsp:txXfrm>
    </dsp:sp>
    <dsp:sp modelId="{B73D4303-DA33-4F0A-84C4-BCAB49A753F6}">
      <dsp:nvSpPr>
        <dsp:cNvPr id="0" name=""/>
        <dsp:cNvSpPr/>
      </dsp:nvSpPr>
      <dsp:spPr>
        <a:xfrm>
          <a:off x="4069556" y="3623786"/>
          <a:ext cx="977540" cy="6207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86821B-C60B-4B8C-A805-F4A5C008A64D}">
      <dsp:nvSpPr>
        <dsp:cNvPr id="0" name=""/>
        <dsp:cNvSpPr/>
      </dsp:nvSpPr>
      <dsp:spPr>
        <a:xfrm>
          <a:off x="4178171" y="3726971"/>
          <a:ext cx="977540" cy="620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Priority</a:t>
          </a:r>
        </a:p>
      </dsp:txBody>
      <dsp:txXfrm>
        <a:off x="4196352" y="3745152"/>
        <a:ext cx="941178" cy="584376"/>
      </dsp:txXfrm>
    </dsp:sp>
    <dsp:sp modelId="{4F771B6C-917D-432B-A186-56F811F98891}">
      <dsp:nvSpPr>
        <dsp:cNvPr id="0" name=""/>
        <dsp:cNvSpPr/>
      </dsp:nvSpPr>
      <dsp:spPr>
        <a:xfrm>
          <a:off x="4666942" y="2718747"/>
          <a:ext cx="977540" cy="6207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5CB444-6D73-4FD9-A624-18F3482F50EC}">
      <dsp:nvSpPr>
        <dsp:cNvPr id="0" name=""/>
        <dsp:cNvSpPr/>
      </dsp:nvSpPr>
      <dsp:spPr>
        <a:xfrm>
          <a:off x="4775557" y="2821931"/>
          <a:ext cx="977540" cy="620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Server</a:t>
          </a:r>
        </a:p>
      </dsp:txBody>
      <dsp:txXfrm>
        <a:off x="4793738" y="2840112"/>
        <a:ext cx="941178" cy="584376"/>
      </dsp:txXfrm>
    </dsp:sp>
    <dsp:sp modelId="{800A576C-4D8B-4441-847C-263E5A470CA4}">
      <dsp:nvSpPr>
        <dsp:cNvPr id="0" name=""/>
        <dsp:cNvSpPr/>
      </dsp:nvSpPr>
      <dsp:spPr>
        <a:xfrm>
          <a:off x="5861713" y="2718747"/>
          <a:ext cx="977540" cy="6207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8AF4A8-EB11-45E2-BB3A-F5E9D3378208}">
      <dsp:nvSpPr>
        <dsp:cNvPr id="0" name=""/>
        <dsp:cNvSpPr/>
      </dsp:nvSpPr>
      <dsp:spPr>
        <a:xfrm>
          <a:off x="5970329" y="2821931"/>
          <a:ext cx="977540" cy="620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Sink</a:t>
          </a:r>
        </a:p>
      </dsp:txBody>
      <dsp:txXfrm>
        <a:off x="5988510" y="2840112"/>
        <a:ext cx="941178" cy="584376"/>
      </dsp:txXfrm>
    </dsp:sp>
    <dsp:sp modelId="{4D179D38-A01B-4F33-9826-8A44D6D3D929}">
      <dsp:nvSpPr>
        <dsp:cNvPr id="0" name=""/>
        <dsp:cNvSpPr/>
      </dsp:nvSpPr>
      <dsp:spPr>
        <a:xfrm>
          <a:off x="4666942" y="908667"/>
          <a:ext cx="977540" cy="6207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5F8F88-52D6-4B3A-AEE0-D6387B10F53A}">
      <dsp:nvSpPr>
        <dsp:cNvPr id="0" name=""/>
        <dsp:cNvSpPr/>
      </dsp:nvSpPr>
      <dsp:spPr>
        <a:xfrm>
          <a:off x="4775557" y="1011852"/>
          <a:ext cx="977540" cy="620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 err="1"/>
            <a:t>Junc</a:t>
          </a:r>
          <a:endParaRPr lang="en-IN" sz="1200" kern="1200" dirty="0"/>
        </a:p>
      </dsp:txBody>
      <dsp:txXfrm>
        <a:off x="4793738" y="1030033"/>
        <a:ext cx="941178" cy="5843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87F6A2-A6CF-45D9-AF43-4D6393EF02F0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0495C5-51D9-42C9-9ECB-29096529E6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336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495C5-51D9-42C9-9ECB-29096529E6E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703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83CF4-3B9A-F473-C819-2286DFB7F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7E1802-320F-24F7-14E3-C243FF7CA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84609-9CF7-3D5A-F819-3A39111E3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97E0-CD99-4FC5-A139-C26304CA65EF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10B98-4216-33F7-AA36-C93F807CD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8D635-829B-6E78-7A38-9D9C34C5E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1A36F-2659-4DCD-B5A1-AEF4E5102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064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562EF-30FD-AAEB-3A81-E02757A4A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1DA3E-4F3B-A712-AC8A-92EE58BE5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E0DCC-5CE1-6B67-AD04-483121480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97E0-CD99-4FC5-A139-C26304CA65EF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CB7AF-2C9A-3FEF-988E-009C45747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0CCEA-DE9B-AAD2-C511-7CA942C7A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1A36F-2659-4DCD-B5A1-AEF4E5102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043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CF4DF-11F8-34B7-2D85-E6AFF3BDA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E72EB-0C0D-64C9-0F16-7C73CB273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807AF-63AE-5265-D4B4-46965735F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97E0-CD99-4FC5-A139-C26304CA65EF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44294-2272-20A9-C84C-9BAA931D2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CE63E-AF23-7C7A-5B33-3A327D16F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1A36F-2659-4DCD-B5A1-AEF4E5102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17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B4474-B1F4-3F3A-C594-E9AFBA903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040FD-000E-DA67-67B3-DCAC5A1B73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6D929B-B5B2-54DF-A10F-15BF6A68C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C2029-3ED7-881E-7D5A-559EB9188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97E0-CD99-4FC5-A139-C26304CA65EF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13F48-73BD-E4E9-E3CC-D926796E5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768DA-0623-66A9-CCB8-5A612C334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1A36F-2659-4DCD-B5A1-AEF4E5102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46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185D8-2A1E-278B-2ED2-42291570E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535A3-D6CF-D6CB-6FDE-275977AB8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B9A8A9-A7BF-F77D-163D-0B40E002A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BB840C-7242-E637-925F-B26760169F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C3FFB5-0527-5C41-DEAB-3EBB7D996D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2EFFDA-1A6E-C80B-7ECA-BA5BA4358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97E0-CD99-4FC5-A139-C26304CA65EF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2E6EC6-BFFE-AB04-B587-659ED0F69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9DAFFF-C8A1-F29C-CDC9-E50ED377D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1A36F-2659-4DCD-B5A1-AEF4E5102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6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36D31-EA91-B275-4D67-A5F21FDE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07A4A5-27C4-FC12-7F17-67E2D64FE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97E0-CD99-4FC5-A139-C26304CA65EF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DFD421-BD1B-9589-8F2C-C9B34E22A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3D9BFA-948E-B15E-F05E-323D0EBA2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1A36F-2659-4DCD-B5A1-AEF4E5102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909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5AB28C-CA75-E27C-BFDD-BAE0B9142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97E0-CD99-4FC5-A139-C26304CA65EF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8BE43A-20B6-D542-4EDC-943E33FA5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693CF-0F5C-AB77-B4B7-2AB35AC65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1A36F-2659-4DCD-B5A1-AEF4E5102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227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4D259-D7ED-D95B-FF24-14DFD709A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BEBAB-AE95-6D95-E5D9-6E157F54F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9627C6-1B6C-5F73-BA9F-21E196B2CA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8752C-4D64-C72E-ABE6-8971F479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97E0-CD99-4FC5-A139-C26304CA65EF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FC2AC-C2B1-F857-99D8-A30A19393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5458D-4556-CC89-AB9E-4BA3623D6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1A36F-2659-4DCD-B5A1-AEF4E5102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317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7795E-E6E6-F019-4587-F46CE0F8D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6D883B-008A-1ED2-62FA-CA92BE4E3B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37841-00D2-A915-8FEA-7832AD390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66A421-2B14-123A-5C09-BF77D5C14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97E0-CD99-4FC5-A139-C26304CA65EF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556DF-7B87-17C8-03CA-6AE23C5C4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DB296-F6D2-F672-5898-C45CFCC1E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1A36F-2659-4DCD-B5A1-AEF4E5102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926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700A2-A51F-34E4-B073-C95E32BA9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30AB3F-36AC-3808-16DA-696273296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0FE73-8D4B-3A6E-ACBD-79EAD9CB9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97E0-CD99-4FC5-A139-C26304CA65EF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139F5-0AA4-18E6-4D3F-17BE3E8C6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FC87D-A0C0-8DB0-885F-7283D1771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1A36F-2659-4DCD-B5A1-AEF4E5102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3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7FDD77-5FB1-F29C-62B3-CE0856070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3B0A6F-F3AE-DE4A-01B8-503D530105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FE9D0-7233-7F1F-4C6C-1E7E5D097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97E0-CD99-4FC5-A139-C26304CA65EF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F48E4-B0F0-E9A4-C8FD-D1B932479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02B7F-C9D8-BD19-638E-3462E58B5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1A36F-2659-4DCD-B5A1-AEF4E5102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196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FD3E6F-506C-D54E-1618-9EC3B0B84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7732-FC20-65EE-94BD-4A469EA15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4CA2C-1B20-6C6C-1CDE-693D23BFA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5097E0-CD99-4FC5-A139-C26304CA65EF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9E0A1-5F61-CC64-DA13-4595877A38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D5596-FC58-206A-D292-F46C5E3A9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C1A36F-2659-4DCD-B5A1-AEF4E5102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73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618124-B118-9A93-1D87-86389794B5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43948" y="4630994"/>
            <a:ext cx="5624052" cy="626806"/>
          </a:xfrm>
        </p:spPr>
        <p:txBody>
          <a:bodyPr>
            <a:normAutofit fontScale="70000" lnSpcReduction="20000"/>
          </a:bodyPr>
          <a:lstStyle/>
          <a:p>
            <a:r>
              <a:rPr lang="en-IN" dirty="0" err="1"/>
              <a:t>Annuparna</a:t>
            </a:r>
            <a:r>
              <a:rPr lang="en-IN" dirty="0"/>
              <a:t> Ganguly</a:t>
            </a:r>
          </a:p>
          <a:p>
            <a:r>
              <a:rPr lang="en-IN" dirty="0"/>
              <a:t>12 – 05 - 2025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A1C4DB-6723-A1D9-F8CD-79E90D708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IN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DSL productization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0464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1D94A-B8E9-DE4A-1074-75300FE6B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781" y="383458"/>
            <a:ext cx="11028926" cy="668594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C000"/>
                </a:solidFill>
              </a:rPr>
              <a:t>Newly added Attributes in grammar file DOT.g4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D0CFE7-8B84-7AC5-9676-0FFDA3D42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20231" y="1448500"/>
            <a:ext cx="4490476" cy="488912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CCF484-38B8-C48F-CE62-C81D2AA620AF}"/>
              </a:ext>
            </a:extLst>
          </p:cNvPr>
          <p:cNvSpPr txBox="1"/>
          <p:nvPr/>
        </p:nvSpPr>
        <p:spPr>
          <a:xfrm>
            <a:off x="481781" y="1369842"/>
            <a:ext cx="653844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/>
              <a:t>node_stmt</a:t>
            </a:r>
            <a:r>
              <a:rPr lang="en-IN" dirty="0"/>
              <a:t>: </a:t>
            </a:r>
            <a:r>
              <a:rPr lang="en-IN" dirty="0" err="1"/>
              <a:t>node_id</a:t>
            </a:r>
            <a:r>
              <a:rPr lang="en-IN" dirty="0"/>
              <a:t> </a:t>
            </a:r>
            <a:r>
              <a:rPr lang="en-IN" dirty="0" err="1"/>
              <a:t>node_attr_list</a:t>
            </a:r>
            <a:r>
              <a:rPr lang="en-IN" dirty="0"/>
              <a:t>;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/>
              <a:t>node_attr_list</a:t>
            </a:r>
            <a:r>
              <a:rPr lang="en-IN" b="1" dirty="0"/>
              <a:t>  </a:t>
            </a:r>
            <a:r>
              <a:rPr lang="en-IN" dirty="0"/>
              <a:t>: ('[' </a:t>
            </a: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generic_attr</a:t>
            </a:r>
            <a:r>
              <a:rPr lang="en-IN" dirty="0"/>
              <a:t>* </a:t>
            </a:r>
            <a:r>
              <a:rPr lang="en-IN" b="1" dirty="0" err="1"/>
              <a:t>type_attr</a:t>
            </a:r>
            <a:r>
              <a:rPr lang="en-IN" b="1" dirty="0"/>
              <a:t> </a:t>
            </a: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generic_attr</a:t>
            </a:r>
            <a:r>
              <a:rPr lang="en-IN" dirty="0"/>
              <a:t>* ']’)+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generic_attr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    : </a:t>
            </a:r>
            <a:r>
              <a:rPr lang="en-IN" dirty="0" err="1"/>
              <a:t>attr</a:t>
            </a:r>
            <a:r>
              <a:rPr lang="en-IN" dirty="0"/>
              <a:t>_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    | </a:t>
            </a:r>
            <a:r>
              <a:rPr lang="en-IN" dirty="0" err="1"/>
              <a:t>cv_attr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    | </a:t>
            </a:r>
            <a:r>
              <a:rPr lang="en-IN" dirty="0" err="1"/>
              <a:t>depth_attr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    | </a:t>
            </a:r>
            <a:r>
              <a:rPr lang="en-IN" dirty="0" err="1"/>
              <a:t>priority_attr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    | </a:t>
            </a:r>
            <a:r>
              <a:rPr lang="en-IN" dirty="0" err="1"/>
              <a:t>rate_attr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rgbClr val="00B050"/>
                </a:solidFill>
              </a:rPr>
              <a:t>    | </a:t>
            </a:r>
            <a:r>
              <a:rPr lang="en-IN" dirty="0" err="1">
                <a:solidFill>
                  <a:srgbClr val="00B050"/>
                </a:solidFill>
              </a:rPr>
              <a:t>service_time_attr</a:t>
            </a:r>
            <a:r>
              <a:rPr lang="en-IN" dirty="0">
                <a:solidFill>
                  <a:srgbClr val="00B050"/>
                </a:solidFill>
              </a:rPr>
              <a:t>        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rgbClr val="00B050"/>
                </a:solidFill>
              </a:rPr>
              <a:t>    | </a:t>
            </a:r>
            <a:r>
              <a:rPr lang="en-IN" dirty="0" err="1">
                <a:solidFill>
                  <a:srgbClr val="00B050"/>
                </a:solidFill>
              </a:rPr>
              <a:t>coeff_service_time_attr</a:t>
            </a:r>
            <a:endParaRPr lang="en-IN" dirty="0">
              <a:solidFill>
                <a:srgbClr val="00B05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rgbClr val="00B050"/>
                </a:solidFill>
              </a:rPr>
              <a:t>    | </a:t>
            </a:r>
            <a:r>
              <a:rPr lang="en-IN" dirty="0" err="1">
                <a:solidFill>
                  <a:srgbClr val="00B050"/>
                </a:solidFill>
              </a:rPr>
              <a:t>zero_load_latency_attr</a:t>
            </a:r>
            <a:r>
              <a:rPr lang="en-IN" dirty="0">
                <a:solidFill>
                  <a:srgbClr val="00B050"/>
                </a:solidFill>
              </a:rPr>
              <a:t>    ;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Example</a:t>
            </a:r>
          </a:p>
          <a:p>
            <a:pPr lvl="1"/>
            <a:r>
              <a:rPr lang="en-IN" dirty="0"/>
              <a:t>SR1 [ type = server, </a:t>
            </a:r>
            <a:r>
              <a:rPr lang="en-IN" dirty="0" err="1"/>
              <a:t>t_serv</a:t>
            </a:r>
            <a:r>
              <a:rPr lang="en-IN" dirty="0"/>
              <a:t> = 1.0, </a:t>
            </a:r>
            <a:r>
              <a:rPr lang="en-IN" dirty="0" err="1"/>
              <a:t>coeff_var</a:t>
            </a:r>
            <a:r>
              <a:rPr lang="en-IN" dirty="0"/>
              <a:t> = 0.0 ]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3326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EC8D9-CC88-1E3C-B516-64A301A93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65125"/>
            <a:ext cx="11173968" cy="530987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Proposed Idea for DSL productization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CD748-81CC-B73A-D24E-C9173C241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088136"/>
            <a:ext cx="11173968" cy="5088827"/>
          </a:xfrm>
        </p:spPr>
        <p:txBody>
          <a:bodyPr/>
          <a:lstStyle/>
          <a:p>
            <a:r>
              <a:rPr lang="en-US" b="1" dirty="0"/>
              <a:t>Type Based checking / validation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highlight>
                  <a:srgbClr val="C0C0C0"/>
                </a:highlight>
              </a:rPr>
              <a:t>type</a:t>
            </a:r>
            <a:r>
              <a:rPr lang="en-US" sz="1800" dirty="0"/>
              <a:t>  attributes defines the role of the node(</a:t>
            </a:r>
            <a:r>
              <a:rPr lang="en-US" sz="1800" dirty="0" err="1"/>
              <a:t>source,queue</a:t>
            </a:r>
            <a:r>
              <a:rPr lang="en-US" sz="1800" dirty="0"/>
              <a:t>, etc.) </a:t>
            </a:r>
            <a:r>
              <a:rPr lang="en-US" sz="1800" b="1" dirty="0"/>
              <a:t>regardless of node name.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Each </a:t>
            </a:r>
            <a:r>
              <a:rPr lang="en-US" sz="1800" dirty="0">
                <a:highlight>
                  <a:srgbClr val="C0C0C0"/>
                </a:highlight>
              </a:rPr>
              <a:t>type</a:t>
            </a:r>
            <a:r>
              <a:rPr lang="en-US" sz="1800" dirty="0"/>
              <a:t> as a required and exclusive </a:t>
            </a:r>
            <a:r>
              <a:rPr lang="en-US" sz="1800" b="1" dirty="0"/>
              <a:t>set of valid attributes</a:t>
            </a:r>
            <a:r>
              <a:rPr lang="en-US" sz="1800" dirty="0"/>
              <a:t>. If extra or wrong ones are given, a compile-time error will be raised.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Type=source  </a:t>
            </a:r>
          </a:p>
          <a:p>
            <a:pPr lvl="1">
              <a:lnSpc>
                <a:spcPct val="150000"/>
              </a:lnSpc>
            </a:pP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sz="1800" dirty="0"/>
              <a:t>Example:</a:t>
            </a:r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en-US" sz="1800" dirty="0"/>
              <a:t>injector1 [ type=source, rate=0.2, cv=0.85 ] </a:t>
            </a:r>
          </a:p>
          <a:p>
            <a:pPr marL="914400" lvl="2" indent="0">
              <a:buNone/>
            </a:pPr>
            <a:r>
              <a:rPr lang="en-US" sz="1800" dirty="0"/>
              <a:t>                    F2 [ type=source, rate=0.04, cv=0.96 ]</a:t>
            </a:r>
          </a:p>
          <a:p>
            <a:pPr marL="914400" lvl="2" indent="0">
              <a:buNone/>
            </a:pPr>
            <a:r>
              <a:rPr lang="en-US" sz="1800" dirty="0"/>
              <a:t>	F3 [type=source, size=4 ]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98F5603-7387-391E-F1C8-BDC6DB7B3773}"/>
              </a:ext>
            </a:extLst>
          </p:cNvPr>
          <p:cNvCxnSpPr/>
          <p:nvPr/>
        </p:nvCxnSpPr>
        <p:spPr>
          <a:xfrm>
            <a:off x="2697480" y="3429000"/>
            <a:ext cx="5943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E2806-F1AB-4681-70FF-7C19E39E7602}"/>
              </a:ext>
            </a:extLst>
          </p:cNvPr>
          <p:cNvCxnSpPr/>
          <p:nvPr/>
        </p:nvCxnSpPr>
        <p:spPr>
          <a:xfrm>
            <a:off x="3374136" y="3154680"/>
            <a:ext cx="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BDFCD13-85EC-F598-5AA5-4D04F59060BA}"/>
              </a:ext>
            </a:extLst>
          </p:cNvPr>
          <p:cNvCxnSpPr/>
          <p:nvPr/>
        </p:nvCxnSpPr>
        <p:spPr>
          <a:xfrm>
            <a:off x="3374136" y="3182112"/>
            <a:ext cx="384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5A6C72E-5524-1FAD-F8C3-9AD7CC8B30A2}"/>
              </a:ext>
            </a:extLst>
          </p:cNvPr>
          <p:cNvSpPr txBox="1"/>
          <p:nvPr/>
        </p:nvSpPr>
        <p:spPr>
          <a:xfrm>
            <a:off x="5637276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9FBCF2-DB9B-7CC6-EC59-E1DCED33F3AE}"/>
              </a:ext>
            </a:extLst>
          </p:cNvPr>
          <p:cNvSpPr txBox="1"/>
          <p:nvPr/>
        </p:nvSpPr>
        <p:spPr>
          <a:xfrm>
            <a:off x="3838195" y="3028223"/>
            <a:ext cx="1679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Rate=?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43C429-9481-26D6-8CCB-6BCD57855079}"/>
              </a:ext>
            </a:extLst>
          </p:cNvPr>
          <p:cNvCxnSpPr/>
          <p:nvPr/>
        </p:nvCxnSpPr>
        <p:spPr>
          <a:xfrm>
            <a:off x="3374136" y="3703320"/>
            <a:ext cx="384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7A69B7C-347E-C0AF-C9A1-6785F9432551}"/>
              </a:ext>
            </a:extLst>
          </p:cNvPr>
          <p:cNvSpPr txBox="1"/>
          <p:nvPr/>
        </p:nvSpPr>
        <p:spPr>
          <a:xfrm>
            <a:off x="3758184" y="3549431"/>
            <a:ext cx="1679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  cv=?</a:t>
            </a:r>
          </a:p>
        </p:txBody>
      </p:sp>
      <p:pic>
        <p:nvPicPr>
          <p:cNvPr id="16" name="Graphic 15" descr="Checkmark with solid fill">
            <a:extLst>
              <a:ext uri="{FF2B5EF4-FFF2-40B4-BE49-F238E27FC236}">
                <a16:creationId xmlns:a16="http://schemas.microsoft.com/office/drawing/2014/main" id="{4CB7B48C-F672-4DC9-FC68-0F7066D70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81800" y="4322064"/>
            <a:ext cx="286512" cy="286512"/>
          </a:xfrm>
          <a:prstGeom prst="rect">
            <a:avLst/>
          </a:prstGeom>
        </p:spPr>
      </p:pic>
      <p:pic>
        <p:nvPicPr>
          <p:cNvPr id="17" name="Graphic 16" descr="Checkmark with solid fill">
            <a:extLst>
              <a:ext uri="{FF2B5EF4-FFF2-40B4-BE49-F238E27FC236}">
                <a16:creationId xmlns:a16="http://schemas.microsoft.com/office/drawing/2014/main" id="{F8446461-AC57-C900-2621-A199CE5F5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0696" y="4675632"/>
            <a:ext cx="286512" cy="286512"/>
          </a:xfrm>
          <a:prstGeom prst="rect">
            <a:avLst/>
          </a:prstGeom>
        </p:spPr>
      </p:pic>
      <p:pic>
        <p:nvPicPr>
          <p:cNvPr id="19" name="Graphic 18" descr="Close with solid fill">
            <a:extLst>
              <a:ext uri="{FF2B5EF4-FFF2-40B4-BE49-F238E27FC236}">
                <a16:creationId xmlns:a16="http://schemas.microsoft.com/office/drawing/2014/main" id="{0067C724-EB5B-3B52-B4C7-AE3804C4B5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23686" y="5029198"/>
            <a:ext cx="313945" cy="31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124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91A51-E15A-4D3C-0234-7ED72948D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1" y="296299"/>
            <a:ext cx="11772861" cy="578795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C000"/>
                </a:solidFill>
              </a:rPr>
              <a:t>Type based </a:t>
            </a:r>
            <a:r>
              <a:rPr lang="en-IN" sz="3200" b="1" dirty="0">
                <a:solidFill>
                  <a:srgbClr val="FFC000"/>
                </a:solidFill>
              </a:rPr>
              <a:t>schema</a:t>
            </a:r>
            <a:r>
              <a:rPr lang="en-IN" sz="3200" dirty="0">
                <a:solidFill>
                  <a:srgbClr val="FFC000"/>
                </a:solidFill>
              </a:rPr>
              <a:t> declaration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ED94E7-93DE-732D-BD0F-55207931856E}"/>
              </a:ext>
            </a:extLst>
          </p:cNvPr>
          <p:cNvSpPr txBox="1"/>
          <p:nvPr/>
        </p:nvSpPr>
        <p:spPr>
          <a:xfrm>
            <a:off x="108154" y="1358544"/>
            <a:ext cx="486164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File path: </a:t>
            </a:r>
            <a:r>
              <a:rPr lang="en-IN" b="1" dirty="0" err="1"/>
              <a:t>dsl</a:t>
            </a:r>
            <a:r>
              <a:rPr lang="en-IN" b="1" dirty="0"/>
              <a:t>/include/</a:t>
            </a:r>
            <a:r>
              <a:rPr lang="en-IN" b="1" dirty="0" err="1"/>
              <a:t>defines.h</a:t>
            </a:r>
            <a:endParaRPr lang="en-IN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Define which attributes are </a:t>
            </a:r>
            <a:r>
              <a:rPr lang="en-IN" b="1" dirty="0"/>
              <a:t>required</a:t>
            </a:r>
            <a:r>
              <a:rPr lang="en-IN" dirty="0"/>
              <a:t> for each node type.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Define which attributes are </a:t>
            </a:r>
            <a:r>
              <a:rPr lang="en-IN" b="1" dirty="0"/>
              <a:t>allowed</a:t>
            </a:r>
            <a:r>
              <a:rPr lang="en-IN" dirty="0"/>
              <a:t> for each node type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/>
              <a:t>getNodeSchema</a:t>
            </a:r>
            <a:r>
              <a:rPr lang="en-IN" b="1" dirty="0"/>
              <a:t>() </a:t>
            </a:r>
            <a:r>
              <a:rPr lang="en-IN" dirty="0"/>
              <a:t>will return required and allowed attributes based on type.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Example: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F1 [ label=“ “, type= source, rate=  ]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F2 [ label=“ “, type= source, rate= , cv = “ “  ]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Q1[ label=“ “, type= queue ,depth=  ]</a:t>
            </a:r>
          </a:p>
          <a:p>
            <a:pPr lvl="1">
              <a:lnSpc>
                <a:spcPct val="150000"/>
              </a:lnSpc>
            </a:pPr>
            <a:endParaRPr lang="en-IN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DEC5BB-A2AC-DD94-DC06-B0B12FCB0C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156"/>
          <a:stretch/>
        </p:blipFill>
        <p:spPr>
          <a:xfrm>
            <a:off x="4969803" y="1358544"/>
            <a:ext cx="6980039" cy="38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486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4F8B5-E9DD-648C-3F81-956D545B8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39" y="273352"/>
            <a:ext cx="11833121" cy="646332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C000"/>
                </a:solidFill>
              </a:rPr>
              <a:t>Type based </a:t>
            </a:r>
            <a:r>
              <a:rPr lang="en-IN" sz="3200" b="1" dirty="0">
                <a:solidFill>
                  <a:srgbClr val="FFC000"/>
                </a:solidFill>
              </a:rPr>
              <a:t>schema </a:t>
            </a:r>
            <a:r>
              <a:rPr lang="en-IN" sz="3200" dirty="0">
                <a:solidFill>
                  <a:srgbClr val="FFC000"/>
                </a:solidFill>
              </a:rPr>
              <a:t>Validation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9E71F5-9FF7-6634-2AAE-BA61F97BCB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4369" y="1464546"/>
            <a:ext cx="6317352" cy="392353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34ECAA-E40A-1A8C-4514-95AF961A8791}"/>
              </a:ext>
            </a:extLst>
          </p:cNvPr>
          <p:cNvSpPr txBox="1"/>
          <p:nvPr/>
        </p:nvSpPr>
        <p:spPr>
          <a:xfrm>
            <a:off x="364144" y="1220115"/>
            <a:ext cx="514402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File Path: 	</a:t>
            </a:r>
          </a:p>
          <a:p>
            <a:r>
              <a:rPr lang="en-IN" dirty="0"/>
              <a:t>                   </a:t>
            </a:r>
            <a:r>
              <a:rPr lang="en-IN" dirty="0" err="1"/>
              <a:t>dsl</a:t>
            </a:r>
            <a:r>
              <a:rPr lang="en-IN" dirty="0"/>
              <a:t>/include/</a:t>
            </a:r>
            <a:r>
              <a:rPr lang="en-IN" dirty="0" err="1"/>
              <a:t>TypeCheckVisitor.h</a:t>
            </a:r>
            <a:endParaRPr lang="en-IN" dirty="0"/>
          </a:p>
          <a:p>
            <a:pPr lvl="1"/>
            <a:r>
              <a:rPr lang="en-IN" dirty="0"/>
              <a:t>          </a:t>
            </a:r>
            <a:r>
              <a:rPr lang="en-IN" dirty="0" err="1"/>
              <a:t>dsl</a:t>
            </a:r>
            <a:r>
              <a:rPr lang="en-IN" dirty="0"/>
              <a:t>/</a:t>
            </a:r>
            <a:r>
              <a:rPr lang="en-IN" dirty="0" err="1"/>
              <a:t>src</a:t>
            </a:r>
            <a:r>
              <a:rPr lang="en-IN" dirty="0"/>
              <a:t>/TypeCheckVisitor.cpp</a:t>
            </a:r>
          </a:p>
          <a:p>
            <a:pPr lvl="1"/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This will do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Normalize attribute keys to lowercase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Ensure type attribute is present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Validate required attributes based on the type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Reject unknown attributes.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Provide default “cv” if the user omits 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If valid, then add it to </a:t>
            </a:r>
            <a:r>
              <a:rPr lang="en-IN" dirty="0" err="1"/>
              <a:t>addValidateNode</a:t>
            </a:r>
            <a:r>
              <a:rPr lang="en-IN" dirty="0"/>
              <a:t> list </a:t>
            </a:r>
            <a:r>
              <a:rPr lang="en-IN" dirty="0" err="1"/>
              <a:t>addValidateNode</a:t>
            </a:r>
            <a:r>
              <a:rPr lang="en-IN" dirty="0"/>
              <a:t>(</a:t>
            </a:r>
            <a:r>
              <a:rPr lang="en-IN" dirty="0" err="1"/>
              <a:t>node_name,attrs</a:t>
            </a:r>
            <a:r>
              <a:rPr lang="en-IN" dirty="0"/>
              <a:t>);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dirty="0"/>
              <a:t>Q1 [type=queue, depth=10]; </a:t>
            </a:r>
          </a:p>
          <a:p>
            <a:r>
              <a:rPr lang="en-IN" dirty="0"/>
              <a:t>queue2[type=queue, depth=5]; </a:t>
            </a:r>
          </a:p>
          <a:p>
            <a:r>
              <a:rPr lang="en-IN" dirty="0"/>
              <a:t>queue3 [type=queue]; // 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7" name="Graphic 6" descr="Close with solid fill">
            <a:extLst>
              <a:ext uri="{FF2B5EF4-FFF2-40B4-BE49-F238E27FC236}">
                <a16:creationId xmlns:a16="http://schemas.microsoft.com/office/drawing/2014/main" id="{99E5754C-B136-E609-3A2D-B5B51A18F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6157" y="5637885"/>
            <a:ext cx="313945" cy="313945"/>
          </a:xfrm>
          <a:prstGeom prst="rect">
            <a:avLst/>
          </a:prstGeom>
        </p:spPr>
      </p:pic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794CFF50-C2AF-B8E0-CC04-21F41B8C63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86300" y="5351373"/>
            <a:ext cx="286512" cy="286512"/>
          </a:xfrm>
          <a:prstGeom prst="rect">
            <a:avLst/>
          </a:prstGeom>
        </p:spPr>
      </p:pic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76340628-27A8-4D64-40C2-002D43BB74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43044" y="5088374"/>
            <a:ext cx="286512" cy="28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162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CAA3B-8463-3A5E-6745-1F3D71245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365126"/>
            <a:ext cx="10822858" cy="677094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C000"/>
                </a:solidFill>
              </a:rPr>
              <a:t>DSL Modularization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1785F3-5E5D-549C-3D18-AA9CB3316B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273991"/>
              </p:ext>
            </p:extLst>
          </p:nvPr>
        </p:nvGraphicFramePr>
        <p:xfrm>
          <a:off x="4830097" y="1589651"/>
          <a:ext cx="803049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3FE2A03-30B4-73D9-0FDF-9AE3308EF0C5}"/>
              </a:ext>
            </a:extLst>
          </p:cNvPr>
          <p:cNvSpPr txBox="1"/>
          <p:nvPr/>
        </p:nvSpPr>
        <p:spPr>
          <a:xfrm>
            <a:off x="599768" y="1445342"/>
            <a:ext cx="496529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Replace </a:t>
            </a:r>
            <a:r>
              <a:rPr lang="en-IN" b="1" dirty="0"/>
              <a:t>main.hpp </a:t>
            </a:r>
            <a:r>
              <a:rPr lang="en-IN" dirty="0"/>
              <a:t>file which was </a:t>
            </a:r>
            <a:r>
              <a:rPr lang="en-IN" dirty="0" err="1"/>
              <a:t>containg</a:t>
            </a:r>
            <a:r>
              <a:rPr lang="en-IN" dirty="0"/>
              <a:t> all Primitive class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Inside </a:t>
            </a:r>
            <a:r>
              <a:rPr lang="en-IN" b="1" dirty="0" err="1"/>
              <a:t>dot_lang</a:t>
            </a:r>
            <a:r>
              <a:rPr lang="en-IN" b="1" dirty="0"/>
              <a:t> </a:t>
            </a:r>
            <a:r>
              <a:rPr lang="en-IN" dirty="0"/>
              <a:t>namespace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Node</a:t>
            </a:r>
            <a:r>
              <a:rPr lang="en-IN" dirty="0"/>
              <a:t> is a class  for all vertices which has three members 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IN" dirty="0"/>
              <a:t>id 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IN" dirty="0"/>
              <a:t>Type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IN" dirty="0"/>
              <a:t>Name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b="1" dirty="0" err="1">
                <a:solidFill>
                  <a:schemeClr val="accent1"/>
                </a:solidFill>
              </a:rPr>
              <a:t>Junc</a:t>
            </a:r>
            <a:r>
              <a:rPr lang="en-IN" dirty="0"/>
              <a:t> is class, stands for junction which connects two Primitives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02060"/>
                </a:solidFill>
              </a:rPr>
              <a:t>Primitive</a:t>
            </a:r>
            <a:r>
              <a:rPr lang="en-IN" dirty="0"/>
              <a:t> class is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inherited from Node </a:t>
            </a:r>
            <a:r>
              <a:rPr lang="en-IN" dirty="0"/>
              <a:t>class.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 err="1"/>
              <a:t>RoundRobin</a:t>
            </a:r>
            <a:r>
              <a:rPr lang="en-IN" dirty="0"/>
              <a:t> class and Priority class is inherited from Arbiter class.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accent6"/>
                </a:solidFill>
              </a:rPr>
              <a:t>include</a:t>
            </a:r>
            <a:r>
              <a:rPr lang="en-IN" dirty="0"/>
              <a:t> folder contains all .h files of this module.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b="1" dirty="0" err="1">
                <a:solidFill>
                  <a:schemeClr val="accent6"/>
                </a:solidFill>
              </a:rPr>
              <a:t>src</a:t>
            </a:r>
            <a:r>
              <a:rPr lang="en-IN" b="1" dirty="0"/>
              <a:t>  </a:t>
            </a:r>
            <a:r>
              <a:rPr lang="en-IN" dirty="0"/>
              <a:t>folder contains all .</a:t>
            </a:r>
            <a:r>
              <a:rPr lang="en-IN" dirty="0" err="1"/>
              <a:t>cpp</a:t>
            </a:r>
            <a:r>
              <a:rPr lang="en-IN" dirty="0"/>
              <a:t> files of this module.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3197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B9F0B-4F0B-02BB-6033-B9A53685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135" y="258045"/>
            <a:ext cx="11592233" cy="706591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C000"/>
                </a:solidFill>
              </a:rPr>
              <a:t>Creating object of existing class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E374CC-5B9C-4078-82E1-EE737CAEB381}"/>
              </a:ext>
            </a:extLst>
          </p:cNvPr>
          <p:cNvSpPr txBox="1"/>
          <p:nvPr/>
        </p:nvSpPr>
        <p:spPr>
          <a:xfrm>
            <a:off x="521109" y="1263147"/>
            <a:ext cx="45523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File Path :        </a:t>
            </a:r>
            <a:r>
              <a:rPr lang="en-IN" dirty="0" err="1">
                <a:highlight>
                  <a:srgbClr val="FFFF00"/>
                </a:highlight>
              </a:rPr>
              <a:t>dsl</a:t>
            </a:r>
            <a:r>
              <a:rPr lang="en-IN" dirty="0">
                <a:highlight>
                  <a:srgbClr val="FFFF00"/>
                </a:highlight>
              </a:rPr>
              <a:t>/</a:t>
            </a:r>
            <a:r>
              <a:rPr lang="en-IN" dirty="0" err="1">
                <a:highlight>
                  <a:srgbClr val="FFFF00"/>
                </a:highlight>
              </a:rPr>
              <a:t>src</a:t>
            </a:r>
            <a:r>
              <a:rPr lang="en-IN" dirty="0">
                <a:highlight>
                  <a:srgbClr val="FFFF00"/>
                </a:highlight>
              </a:rPr>
              <a:t>/node_factory.cpp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Declares new method </a:t>
            </a:r>
            <a:r>
              <a:rPr lang="en-IN" b="1" dirty="0" err="1">
                <a:solidFill>
                  <a:schemeClr val="accent1"/>
                </a:solidFill>
              </a:rPr>
              <a:t>createPrimitiveFromType</a:t>
            </a:r>
            <a:r>
              <a:rPr lang="en-IN" b="1" dirty="0">
                <a:solidFill>
                  <a:schemeClr val="accent1"/>
                </a:solidFill>
              </a:rPr>
              <a:t>()  </a:t>
            </a:r>
            <a:r>
              <a:rPr lang="en-IN" dirty="0"/>
              <a:t>which will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Will create object of class based on the type.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return Primitive*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Working  Flow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7CBFC31-E5B1-E970-7307-340EA8F8BF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24052" y="1219200"/>
            <a:ext cx="5723442" cy="5191432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C657C0-AE12-5FF6-4A3D-F17AA4EEB97A}"/>
              </a:ext>
            </a:extLst>
          </p:cNvPr>
          <p:cNvSpPr txBox="1"/>
          <p:nvPr/>
        </p:nvSpPr>
        <p:spPr>
          <a:xfrm>
            <a:off x="599768" y="3765754"/>
            <a:ext cx="4699819" cy="2862322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Test_graph.dot</a:t>
            </a:r>
          </a:p>
          <a:p>
            <a:r>
              <a:rPr lang="en-IN" dirty="0"/>
              <a:t>   </a:t>
            </a:r>
          </a:p>
          <a:p>
            <a:r>
              <a:rPr lang="en-IN" dirty="0"/>
              <a:t>ANTLR4  	   Lexer/Parser      Parse Tree</a:t>
            </a:r>
          </a:p>
          <a:p>
            <a:r>
              <a:rPr lang="en-IN" dirty="0"/>
              <a:t>   </a:t>
            </a:r>
          </a:p>
          <a:p>
            <a:r>
              <a:rPr lang="en-IN" dirty="0" err="1"/>
              <a:t>TypeCheckVisitor</a:t>
            </a:r>
            <a:r>
              <a:rPr lang="en-IN" dirty="0"/>
              <a:t>     Validates Types/</a:t>
            </a:r>
            <a:r>
              <a:rPr lang="en-IN" dirty="0" err="1"/>
              <a:t>Attrs</a:t>
            </a:r>
            <a:endParaRPr lang="en-IN" dirty="0"/>
          </a:p>
          <a:p>
            <a:r>
              <a:rPr lang="en-IN" dirty="0"/>
              <a:t>   </a:t>
            </a:r>
          </a:p>
          <a:p>
            <a:r>
              <a:rPr lang="en-IN" dirty="0" err="1"/>
              <a:t>createPrimitiveFromType</a:t>
            </a:r>
            <a:r>
              <a:rPr lang="en-IN" dirty="0"/>
              <a:t>      create object</a:t>
            </a:r>
          </a:p>
          <a:p>
            <a:r>
              <a:rPr lang="en-IN" dirty="0"/>
              <a:t>   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IN" dirty="0"/>
              <a:t>Builds Network (Injector, Queue, etc.)</a:t>
            </a:r>
          </a:p>
          <a:p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182BDF1-310A-8AD9-9056-1938273F2E11}"/>
              </a:ext>
            </a:extLst>
          </p:cNvPr>
          <p:cNvCxnSpPr/>
          <p:nvPr/>
        </p:nvCxnSpPr>
        <p:spPr>
          <a:xfrm>
            <a:off x="2448234" y="5063617"/>
            <a:ext cx="1671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173C1AE-A342-8BC9-A9CD-3C9579B786FA}"/>
              </a:ext>
            </a:extLst>
          </p:cNvPr>
          <p:cNvCxnSpPr/>
          <p:nvPr/>
        </p:nvCxnSpPr>
        <p:spPr>
          <a:xfrm>
            <a:off x="3161076" y="5609303"/>
            <a:ext cx="1671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581426-761B-2F64-F629-1C2C659C9415}"/>
              </a:ext>
            </a:extLst>
          </p:cNvPr>
          <p:cNvCxnSpPr>
            <a:cxnSpLocks/>
          </p:cNvCxnSpPr>
          <p:nvPr/>
        </p:nvCxnSpPr>
        <p:spPr>
          <a:xfrm rot="5400000">
            <a:off x="942070" y="5891895"/>
            <a:ext cx="1671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C37827-F9FE-83B5-51F9-72F3AD0F4A09}"/>
              </a:ext>
            </a:extLst>
          </p:cNvPr>
          <p:cNvCxnSpPr>
            <a:cxnSpLocks/>
          </p:cNvCxnSpPr>
          <p:nvPr/>
        </p:nvCxnSpPr>
        <p:spPr>
          <a:xfrm rot="5400000">
            <a:off x="953798" y="5371058"/>
            <a:ext cx="1671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E1C54C3-BCEF-7B4B-7C45-204111900E45}"/>
              </a:ext>
            </a:extLst>
          </p:cNvPr>
          <p:cNvCxnSpPr>
            <a:cxnSpLocks/>
          </p:cNvCxnSpPr>
          <p:nvPr/>
        </p:nvCxnSpPr>
        <p:spPr>
          <a:xfrm rot="5400000">
            <a:off x="925328" y="4779887"/>
            <a:ext cx="1671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9427B1F-A0F3-B380-54B2-37C7E8AB53FE}"/>
              </a:ext>
            </a:extLst>
          </p:cNvPr>
          <p:cNvCxnSpPr>
            <a:cxnSpLocks/>
          </p:cNvCxnSpPr>
          <p:nvPr/>
        </p:nvCxnSpPr>
        <p:spPr>
          <a:xfrm rot="5400000">
            <a:off x="935379" y="4217169"/>
            <a:ext cx="1671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6344CD9-7A3F-59F7-9F0A-292FC8AA19DD}"/>
              </a:ext>
            </a:extLst>
          </p:cNvPr>
          <p:cNvCxnSpPr/>
          <p:nvPr/>
        </p:nvCxnSpPr>
        <p:spPr>
          <a:xfrm>
            <a:off x="3002561" y="4522692"/>
            <a:ext cx="1671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610E982-EA05-B291-443D-1F4C10E01768}"/>
              </a:ext>
            </a:extLst>
          </p:cNvPr>
          <p:cNvCxnSpPr/>
          <p:nvPr/>
        </p:nvCxnSpPr>
        <p:spPr>
          <a:xfrm>
            <a:off x="1515420" y="4502593"/>
            <a:ext cx="1671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Graphic 20" descr="Arrow Down with solid fill">
            <a:extLst>
              <a:ext uri="{FF2B5EF4-FFF2-40B4-BE49-F238E27FC236}">
                <a16:creationId xmlns:a16="http://schemas.microsoft.com/office/drawing/2014/main" id="{D284CBF5-40D4-C361-C8FF-B35DCAE9B6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8161" y="3158685"/>
            <a:ext cx="9144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043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4EE25-03B8-AEDB-C687-BC4C7F222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332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C000"/>
                </a:solidFill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20A52-C2FF-5A0C-34D7-11E6C260F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057"/>
            <a:ext cx="10515600" cy="4848906"/>
          </a:xfrm>
        </p:spPr>
        <p:txBody>
          <a:bodyPr/>
          <a:lstStyle/>
          <a:p>
            <a:r>
              <a:rPr lang="en-IN" dirty="0"/>
              <a:t>Edge Validation</a:t>
            </a:r>
          </a:p>
          <a:p>
            <a:r>
              <a:rPr lang="en-IN" dirty="0"/>
              <a:t>Generate </a:t>
            </a:r>
            <a:r>
              <a:rPr lang="en-IN" dirty="0" err="1"/>
              <a:t>goldenLog</a:t>
            </a:r>
            <a:r>
              <a:rPr lang="en-IN" dirty="0"/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1895702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f6b262d-64b1-48de-8710-0fc3c93bfca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52C38875BF54E8BECD10629132D8D" ma:contentTypeVersion="6" ma:contentTypeDescription="Create a new document." ma:contentTypeScope="" ma:versionID="2117dcca7870b83d47d794a40c6ad2fb">
  <xsd:schema xmlns:xsd="http://www.w3.org/2001/XMLSchema" xmlns:xs="http://www.w3.org/2001/XMLSchema" xmlns:p="http://schemas.microsoft.com/office/2006/metadata/properties" xmlns:ns3="cf6b262d-64b1-48de-8710-0fc3c93bfca9" targetNamespace="http://schemas.microsoft.com/office/2006/metadata/properties" ma:root="true" ma:fieldsID="add902ff20dc9683d596800b2ea73817" ns3:_="">
    <xsd:import namespace="cf6b262d-64b1-48de-8710-0fc3c93bfca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6b262d-64b1-48de-8710-0fc3c93bfca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ABE94A-DE92-48CD-A439-4A2D214FF737}">
  <ds:schemaRefs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purl.org/dc/terms/"/>
    <ds:schemaRef ds:uri="http://www.w3.org/XML/1998/namespace"/>
    <ds:schemaRef ds:uri="cf6b262d-64b1-48de-8710-0fc3c93bfca9"/>
  </ds:schemaRefs>
</ds:datastoreItem>
</file>

<file path=customXml/itemProps2.xml><?xml version="1.0" encoding="utf-8"?>
<ds:datastoreItem xmlns:ds="http://schemas.openxmlformats.org/officeDocument/2006/customXml" ds:itemID="{4B23084D-F79A-4D2F-9447-4ED2C2F166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9A9325-5700-44FE-86B2-094815A0FE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6b262d-64b1-48de-8710-0fc3c93bfc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600</Words>
  <Application>Microsoft Office PowerPoint</Application>
  <PresentationFormat>Widescreen</PresentationFormat>
  <Paragraphs>99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Segoe UI</vt:lpstr>
      <vt:lpstr>Wingdings</vt:lpstr>
      <vt:lpstr>Office Theme</vt:lpstr>
      <vt:lpstr>DSL productization</vt:lpstr>
      <vt:lpstr>Newly added Attributes in grammar file DOT.g4</vt:lpstr>
      <vt:lpstr>Proposed Idea for DSL productization</vt:lpstr>
      <vt:lpstr>Type based schema declaration</vt:lpstr>
      <vt:lpstr>Type based schema Validation</vt:lpstr>
      <vt:lpstr>DSL Modularization</vt:lpstr>
      <vt:lpstr>Creating object of existing class 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Anuparna Ganguly</dc:creator>
  <cp:lastModifiedBy>Anuparna Ganguly</cp:lastModifiedBy>
  <cp:revision>2</cp:revision>
  <dcterms:created xsi:type="dcterms:W3CDTF">2025-05-12T11:23:42Z</dcterms:created>
  <dcterms:modified xsi:type="dcterms:W3CDTF">2025-06-11T09:24:00Z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0x0101009A552C38875BF54E8BECD10629132D8D</vt:lpwstr>
  </property>
</Properties>
</file>