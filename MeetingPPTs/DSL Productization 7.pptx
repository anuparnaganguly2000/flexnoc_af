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62" r:id="rId5"/>
    <p:sldId id="258" r:id="rId6"/>
    <p:sldId id="259" r:id="rId7"/>
    <p:sldId id="257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rna Ganguly" userId="d4fda7c1-0ef8-4822-bfe9-6b5bc1c0f78d" providerId="ADAL" clId="{619C22BD-6A50-4D2A-84D0-D319B6F402A2}"/>
    <pc:docChg chg="modSld">
      <pc:chgData name="Anuparna Ganguly" userId="d4fda7c1-0ef8-4822-bfe9-6b5bc1c0f78d" providerId="ADAL" clId="{619C22BD-6A50-4D2A-84D0-D319B6F402A2}" dt="2025-08-04T15:16:59.984" v="1" actId="1076"/>
      <pc:docMkLst>
        <pc:docMk/>
      </pc:docMkLst>
      <pc:sldChg chg="modSp mod">
        <pc:chgData name="Anuparna Ganguly" userId="d4fda7c1-0ef8-4822-bfe9-6b5bc1c0f78d" providerId="ADAL" clId="{619C22BD-6A50-4D2A-84D0-D319B6F402A2}" dt="2025-08-04T15:16:59.984" v="1" actId="1076"/>
        <pc:sldMkLst>
          <pc:docMk/>
          <pc:sldMk cId="585506369" sldId="260"/>
        </pc:sldMkLst>
        <pc:spChg chg="mod">
          <ac:chgData name="Anuparna Ganguly" userId="d4fda7c1-0ef8-4822-bfe9-6b5bc1c0f78d" providerId="ADAL" clId="{619C22BD-6A50-4D2A-84D0-D319B6F402A2}" dt="2025-08-04T15:16:59.984" v="1" actId="1076"/>
          <ac:spMkLst>
            <pc:docMk/>
            <pc:sldMk cId="585506369" sldId="260"/>
            <ac:spMk id="3" creationId="{C57B23EA-430D-7C60-A30A-046E2717C7C3}"/>
          </ac:spMkLst>
        </pc:spChg>
      </pc:sldChg>
    </pc:docChg>
  </pc:docChgLst>
  <pc:docChgLst>
    <pc:chgData name="Anuparna Ganguly" userId="d4fda7c1-0ef8-4822-bfe9-6b5bc1c0f78d" providerId="ADAL" clId="{A341B40D-FD4B-4B99-B4DA-70B6C3E3C9DA}"/>
    <pc:docChg chg="modSld">
      <pc:chgData name="Anuparna Ganguly" userId="d4fda7c1-0ef8-4822-bfe9-6b5bc1c0f78d" providerId="ADAL" clId="{A341B40D-FD4B-4B99-B4DA-70B6C3E3C9DA}" dt="2025-08-04T16:38:54.815" v="2"/>
      <pc:docMkLst>
        <pc:docMk/>
      </pc:docMkLst>
      <pc:sldChg chg="delSp modSp mod">
        <pc:chgData name="Anuparna Ganguly" userId="d4fda7c1-0ef8-4822-bfe9-6b5bc1c0f78d" providerId="ADAL" clId="{A341B40D-FD4B-4B99-B4DA-70B6C3E3C9DA}" dt="2025-08-04T16:38:54.815" v="2"/>
        <pc:sldMkLst>
          <pc:docMk/>
          <pc:sldMk cId="3473938042" sldId="258"/>
        </pc:sldMkLst>
        <pc:spChg chg="del mod">
          <ac:chgData name="Anuparna Ganguly" userId="d4fda7c1-0ef8-4822-bfe9-6b5bc1c0f78d" providerId="ADAL" clId="{A341B40D-FD4B-4B99-B4DA-70B6C3E3C9DA}" dt="2025-08-04T16:38:54.815" v="2"/>
          <ac:spMkLst>
            <pc:docMk/>
            <pc:sldMk cId="3473938042" sldId="258"/>
            <ac:spMk id="103" creationId="{A0AC1F24-7C15-C4D2-D28E-C7F9CC35008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C399B3-D877-46FF-9F92-251C1DD96D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02292B75-1958-4E2A-9A58-7EE62933341F}">
      <dgm:prSet phldrT="[Text]"/>
      <dgm:spPr/>
      <dgm:t>
        <a:bodyPr/>
        <a:lstStyle/>
        <a:p>
          <a:r>
            <a:rPr lang="en-IN" dirty="0"/>
            <a:t>Node</a:t>
          </a:r>
        </a:p>
      </dgm:t>
    </dgm:pt>
    <dgm:pt modelId="{BFF37B2C-357F-4591-8E14-1085F9FCC23C}" type="parTrans" cxnId="{A7E65A58-5B7E-4484-A4DD-B4C126D86652}">
      <dgm:prSet/>
      <dgm:spPr/>
      <dgm:t>
        <a:bodyPr/>
        <a:lstStyle/>
        <a:p>
          <a:endParaRPr lang="en-IN"/>
        </a:p>
      </dgm:t>
    </dgm:pt>
    <dgm:pt modelId="{5424751E-F647-4320-8C3F-784F16935D49}" type="sibTrans" cxnId="{A7E65A58-5B7E-4484-A4DD-B4C126D86652}">
      <dgm:prSet/>
      <dgm:spPr/>
      <dgm:t>
        <a:bodyPr/>
        <a:lstStyle/>
        <a:p>
          <a:endParaRPr lang="en-IN"/>
        </a:p>
      </dgm:t>
    </dgm:pt>
    <dgm:pt modelId="{09D067C4-9C0D-4949-8352-450A143BDFB8}">
      <dgm:prSet phldrT="[Text]"/>
      <dgm:spPr/>
      <dgm:t>
        <a:bodyPr/>
        <a:lstStyle/>
        <a:p>
          <a:r>
            <a:rPr lang="en-IN" dirty="0"/>
            <a:t>Primitive</a:t>
          </a:r>
        </a:p>
      </dgm:t>
    </dgm:pt>
    <dgm:pt modelId="{D920B461-0E45-4795-A80B-8880387D80E0}" type="parTrans" cxnId="{F5781A23-4C23-46A7-A214-E7EB7C32C923}">
      <dgm:prSet/>
      <dgm:spPr/>
      <dgm:t>
        <a:bodyPr/>
        <a:lstStyle/>
        <a:p>
          <a:endParaRPr lang="en-IN"/>
        </a:p>
      </dgm:t>
    </dgm:pt>
    <dgm:pt modelId="{F9BABF2F-7A22-409E-B02E-A174BDBDFD0A}" type="sibTrans" cxnId="{F5781A23-4C23-46A7-A214-E7EB7C32C923}">
      <dgm:prSet/>
      <dgm:spPr/>
      <dgm:t>
        <a:bodyPr/>
        <a:lstStyle/>
        <a:p>
          <a:endParaRPr lang="en-IN"/>
        </a:p>
      </dgm:t>
    </dgm:pt>
    <dgm:pt modelId="{85CDFFD6-C149-4320-908D-D1A288551EFF}">
      <dgm:prSet phldrT="[Text]"/>
      <dgm:spPr/>
      <dgm:t>
        <a:bodyPr/>
        <a:lstStyle/>
        <a:p>
          <a:r>
            <a:rPr lang="en-IN" dirty="0"/>
            <a:t>Injector</a:t>
          </a:r>
        </a:p>
      </dgm:t>
    </dgm:pt>
    <dgm:pt modelId="{D6CE5B75-725B-4BC3-8CF8-F2F0AA9C97AE}" type="parTrans" cxnId="{F02E2E3B-4A3D-4682-8D9C-BC84BF21DE65}">
      <dgm:prSet/>
      <dgm:spPr/>
      <dgm:t>
        <a:bodyPr/>
        <a:lstStyle/>
        <a:p>
          <a:endParaRPr lang="en-IN"/>
        </a:p>
      </dgm:t>
    </dgm:pt>
    <dgm:pt modelId="{029475B2-7889-49C6-8578-75FF31D25568}" type="sibTrans" cxnId="{F02E2E3B-4A3D-4682-8D9C-BC84BF21DE65}">
      <dgm:prSet/>
      <dgm:spPr/>
      <dgm:t>
        <a:bodyPr/>
        <a:lstStyle/>
        <a:p>
          <a:endParaRPr lang="en-IN"/>
        </a:p>
      </dgm:t>
    </dgm:pt>
    <dgm:pt modelId="{C6E24762-8D2E-4377-AD18-DD8F42518340}">
      <dgm:prSet phldrT="[Text]"/>
      <dgm:spPr/>
      <dgm:t>
        <a:bodyPr/>
        <a:lstStyle/>
        <a:p>
          <a:r>
            <a:rPr lang="en-IN" dirty="0"/>
            <a:t>Queue</a:t>
          </a:r>
        </a:p>
      </dgm:t>
    </dgm:pt>
    <dgm:pt modelId="{0F65B641-2A90-4A73-BB01-2B382C38DA12}" type="parTrans" cxnId="{F8CB4EB2-20E2-4565-A553-C3E551FDCEF9}">
      <dgm:prSet/>
      <dgm:spPr/>
      <dgm:t>
        <a:bodyPr/>
        <a:lstStyle/>
        <a:p>
          <a:endParaRPr lang="en-IN"/>
        </a:p>
      </dgm:t>
    </dgm:pt>
    <dgm:pt modelId="{FBA245C8-1FC7-419C-87E6-A49066E8EBE3}" type="sibTrans" cxnId="{F8CB4EB2-20E2-4565-A553-C3E551FDCEF9}">
      <dgm:prSet/>
      <dgm:spPr/>
      <dgm:t>
        <a:bodyPr/>
        <a:lstStyle/>
        <a:p>
          <a:endParaRPr lang="en-IN"/>
        </a:p>
      </dgm:t>
    </dgm:pt>
    <dgm:pt modelId="{590F92DE-DAD9-4EA0-BDF4-54E7F3A23DB0}">
      <dgm:prSet phldrT="[Text]"/>
      <dgm:spPr/>
      <dgm:t>
        <a:bodyPr/>
        <a:lstStyle/>
        <a:p>
          <a:r>
            <a:rPr lang="en-IN" dirty="0"/>
            <a:t>Arbiter</a:t>
          </a:r>
        </a:p>
      </dgm:t>
    </dgm:pt>
    <dgm:pt modelId="{FAD45B91-31E5-432D-A304-8A757084498D}" type="parTrans" cxnId="{35918109-D925-48B6-AC52-751165EE4445}">
      <dgm:prSet/>
      <dgm:spPr/>
      <dgm:t>
        <a:bodyPr/>
        <a:lstStyle/>
        <a:p>
          <a:endParaRPr lang="en-IN"/>
        </a:p>
      </dgm:t>
    </dgm:pt>
    <dgm:pt modelId="{E6F41282-D942-4827-8038-3851ED461623}" type="sibTrans" cxnId="{35918109-D925-48B6-AC52-751165EE4445}">
      <dgm:prSet/>
      <dgm:spPr/>
      <dgm:t>
        <a:bodyPr/>
        <a:lstStyle/>
        <a:p>
          <a:endParaRPr lang="en-IN"/>
        </a:p>
      </dgm:t>
    </dgm:pt>
    <dgm:pt modelId="{F9C71E6E-6F7A-4AFB-869C-BB65A1BBD737}">
      <dgm:prSet phldrT="[Text]"/>
      <dgm:spPr/>
      <dgm:t>
        <a:bodyPr/>
        <a:lstStyle/>
        <a:p>
          <a:r>
            <a:rPr lang="en-IN" dirty="0" err="1"/>
            <a:t>RoundRobin</a:t>
          </a:r>
          <a:endParaRPr lang="en-IN" dirty="0"/>
        </a:p>
      </dgm:t>
    </dgm:pt>
    <dgm:pt modelId="{DA4D2049-FA3F-44CD-8186-A52C95D10286}" type="parTrans" cxnId="{4B6C5AA8-B9A0-4D84-8DB7-F459DC370944}">
      <dgm:prSet/>
      <dgm:spPr/>
      <dgm:t>
        <a:bodyPr/>
        <a:lstStyle/>
        <a:p>
          <a:endParaRPr lang="en-IN"/>
        </a:p>
      </dgm:t>
    </dgm:pt>
    <dgm:pt modelId="{5FB6103A-8892-4A2E-93F4-D2DE239418DE}" type="sibTrans" cxnId="{4B6C5AA8-B9A0-4D84-8DB7-F459DC370944}">
      <dgm:prSet/>
      <dgm:spPr/>
      <dgm:t>
        <a:bodyPr/>
        <a:lstStyle/>
        <a:p>
          <a:endParaRPr lang="en-IN"/>
        </a:p>
      </dgm:t>
    </dgm:pt>
    <dgm:pt modelId="{0486A3AE-3E2B-4704-B88D-26422579ECC9}">
      <dgm:prSet phldrT="[Text]"/>
      <dgm:spPr/>
      <dgm:t>
        <a:bodyPr/>
        <a:lstStyle/>
        <a:p>
          <a:r>
            <a:rPr lang="en-IN" dirty="0"/>
            <a:t>Priority</a:t>
          </a:r>
        </a:p>
      </dgm:t>
    </dgm:pt>
    <dgm:pt modelId="{AA223B13-7DF8-42A7-8CA1-C8CB6806CFE5}" type="parTrans" cxnId="{0EC688E0-F95C-4F2F-99D5-E9A4756402BF}">
      <dgm:prSet/>
      <dgm:spPr/>
      <dgm:t>
        <a:bodyPr/>
        <a:lstStyle/>
        <a:p>
          <a:endParaRPr lang="en-IN"/>
        </a:p>
      </dgm:t>
    </dgm:pt>
    <dgm:pt modelId="{1A987DFD-0CCD-431E-9F94-333DEF3B1EBB}" type="sibTrans" cxnId="{0EC688E0-F95C-4F2F-99D5-E9A4756402BF}">
      <dgm:prSet/>
      <dgm:spPr/>
      <dgm:t>
        <a:bodyPr/>
        <a:lstStyle/>
        <a:p>
          <a:endParaRPr lang="en-IN"/>
        </a:p>
      </dgm:t>
    </dgm:pt>
    <dgm:pt modelId="{ABCBFB49-9E53-43B5-9AD9-C4264123A922}">
      <dgm:prSet phldrT="[Text]"/>
      <dgm:spPr/>
      <dgm:t>
        <a:bodyPr/>
        <a:lstStyle/>
        <a:p>
          <a:r>
            <a:rPr lang="en-IN" dirty="0"/>
            <a:t>Server</a:t>
          </a:r>
        </a:p>
      </dgm:t>
    </dgm:pt>
    <dgm:pt modelId="{DC5EC57A-FD81-42E7-A1E4-86D5E0CA8388}" type="parTrans" cxnId="{2EA7B95B-E5B6-4919-A33D-B7FD963C3554}">
      <dgm:prSet/>
      <dgm:spPr/>
      <dgm:t>
        <a:bodyPr/>
        <a:lstStyle/>
        <a:p>
          <a:endParaRPr lang="en-IN"/>
        </a:p>
      </dgm:t>
    </dgm:pt>
    <dgm:pt modelId="{B755A6C6-8CA6-47D5-A7D0-097F0E59AC02}" type="sibTrans" cxnId="{2EA7B95B-E5B6-4919-A33D-B7FD963C3554}">
      <dgm:prSet/>
      <dgm:spPr/>
      <dgm:t>
        <a:bodyPr/>
        <a:lstStyle/>
        <a:p>
          <a:endParaRPr lang="en-IN"/>
        </a:p>
      </dgm:t>
    </dgm:pt>
    <dgm:pt modelId="{86148E4A-C2FC-45A1-AD4D-65C0C0409953}">
      <dgm:prSet phldrT="[Text]"/>
      <dgm:spPr/>
      <dgm:t>
        <a:bodyPr/>
        <a:lstStyle/>
        <a:p>
          <a:r>
            <a:rPr lang="en-IN" dirty="0"/>
            <a:t>Sink</a:t>
          </a:r>
        </a:p>
      </dgm:t>
    </dgm:pt>
    <dgm:pt modelId="{96360C39-AE94-4D6F-A977-AA6973538DF4}" type="parTrans" cxnId="{FFDD14A2-86BE-4200-9406-C5542630B019}">
      <dgm:prSet/>
      <dgm:spPr/>
      <dgm:t>
        <a:bodyPr/>
        <a:lstStyle/>
        <a:p>
          <a:endParaRPr lang="en-IN"/>
        </a:p>
      </dgm:t>
    </dgm:pt>
    <dgm:pt modelId="{FDE41E78-F13B-453E-A6B6-CBD4124454DB}" type="sibTrans" cxnId="{FFDD14A2-86BE-4200-9406-C5542630B019}">
      <dgm:prSet/>
      <dgm:spPr/>
      <dgm:t>
        <a:bodyPr/>
        <a:lstStyle/>
        <a:p>
          <a:endParaRPr lang="en-IN"/>
        </a:p>
      </dgm:t>
    </dgm:pt>
    <dgm:pt modelId="{C33EF0DF-1546-4259-B131-C4FD553B6B10}" type="pres">
      <dgm:prSet presAssocID="{47C399B3-D877-46FF-9F92-251C1DD96D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997F53-217D-4785-8B27-B388C4006E5B}" type="pres">
      <dgm:prSet presAssocID="{02292B75-1958-4E2A-9A58-7EE62933341F}" presName="hierRoot1" presStyleCnt="0"/>
      <dgm:spPr/>
    </dgm:pt>
    <dgm:pt modelId="{CEE05303-7559-4633-9636-75511A376302}" type="pres">
      <dgm:prSet presAssocID="{02292B75-1958-4E2A-9A58-7EE62933341F}" presName="composite" presStyleCnt="0"/>
      <dgm:spPr/>
    </dgm:pt>
    <dgm:pt modelId="{7AE5F3D5-C169-48CB-A1D9-EB684F1AA420}" type="pres">
      <dgm:prSet presAssocID="{02292B75-1958-4E2A-9A58-7EE62933341F}" presName="background" presStyleLbl="node0" presStyleIdx="0" presStyleCnt="1"/>
      <dgm:spPr/>
    </dgm:pt>
    <dgm:pt modelId="{7F17A85A-E272-4508-B8AB-58411E4E2F2C}" type="pres">
      <dgm:prSet presAssocID="{02292B75-1958-4E2A-9A58-7EE62933341F}" presName="text" presStyleLbl="fgAcc0" presStyleIdx="0" presStyleCnt="1" custScaleX="58226" custScaleY="52442">
        <dgm:presLayoutVars>
          <dgm:chPref val="3"/>
        </dgm:presLayoutVars>
      </dgm:prSet>
      <dgm:spPr/>
    </dgm:pt>
    <dgm:pt modelId="{F0ABCC02-D4E7-4DA2-86E8-114C7BA9FA3B}" type="pres">
      <dgm:prSet presAssocID="{02292B75-1958-4E2A-9A58-7EE62933341F}" presName="hierChild2" presStyleCnt="0"/>
      <dgm:spPr/>
    </dgm:pt>
    <dgm:pt modelId="{24015B3F-1F50-4DAE-A25A-3C7A3D9A5BFE}" type="pres">
      <dgm:prSet presAssocID="{D920B461-0E45-4795-A80B-8880387D80E0}" presName="Name10" presStyleLbl="parChTrans1D2" presStyleIdx="0" presStyleCnt="1" custSzX="51869" custSzY="234049"/>
      <dgm:spPr/>
    </dgm:pt>
    <dgm:pt modelId="{642446A1-5B1E-4A8D-B626-DD8EC556BEC1}" type="pres">
      <dgm:prSet presAssocID="{09D067C4-9C0D-4949-8352-450A143BDFB8}" presName="hierRoot2" presStyleCnt="0"/>
      <dgm:spPr/>
    </dgm:pt>
    <dgm:pt modelId="{0D3878CE-3F83-4669-B298-C7275EE6B676}" type="pres">
      <dgm:prSet presAssocID="{09D067C4-9C0D-4949-8352-450A143BDFB8}" presName="composite2" presStyleCnt="0"/>
      <dgm:spPr/>
    </dgm:pt>
    <dgm:pt modelId="{8B2DE42B-E512-4E94-ADD1-0942002CE3F2}" type="pres">
      <dgm:prSet presAssocID="{09D067C4-9C0D-4949-8352-450A143BDFB8}" presName="background2" presStyleLbl="node2" presStyleIdx="0" presStyleCnt="1"/>
      <dgm:spPr/>
    </dgm:pt>
    <dgm:pt modelId="{22285266-E0F8-4F55-A787-4812D8F17770}" type="pres">
      <dgm:prSet presAssocID="{09D067C4-9C0D-4949-8352-450A143BDFB8}" presName="text2" presStyleLbl="fgAcc2" presStyleIdx="0" presStyleCnt="1" custScaleX="56726" custScaleY="54133">
        <dgm:presLayoutVars>
          <dgm:chPref val="3"/>
        </dgm:presLayoutVars>
      </dgm:prSet>
      <dgm:spPr/>
    </dgm:pt>
    <dgm:pt modelId="{E4CB1CEE-86D8-417F-937E-60E3C0C808F6}" type="pres">
      <dgm:prSet presAssocID="{09D067C4-9C0D-4949-8352-450A143BDFB8}" presName="hierChild3" presStyleCnt="0"/>
      <dgm:spPr/>
    </dgm:pt>
    <dgm:pt modelId="{D1AAAEEC-56B9-43AE-BCC2-0C134A85C541}" type="pres">
      <dgm:prSet presAssocID="{D6CE5B75-725B-4BC3-8CF8-F2F0AA9C97AE}" presName="Name17" presStyleLbl="parChTrans1D3" presStyleIdx="0" presStyleCnt="5" custSzX="2061395" custSzY="234049"/>
      <dgm:spPr/>
    </dgm:pt>
    <dgm:pt modelId="{DFB67BDE-84F7-4899-BFE3-E590E2AABB2F}" type="pres">
      <dgm:prSet presAssocID="{85CDFFD6-C149-4320-908D-D1A288551EFF}" presName="hierRoot3" presStyleCnt="0"/>
      <dgm:spPr/>
    </dgm:pt>
    <dgm:pt modelId="{D297E703-DE8C-42F1-B9D6-83DB4EE61DE4}" type="pres">
      <dgm:prSet presAssocID="{85CDFFD6-C149-4320-908D-D1A288551EFF}" presName="composite3" presStyleCnt="0"/>
      <dgm:spPr/>
    </dgm:pt>
    <dgm:pt modelId="{52C8025B-D238-407C-992D-F797F8B3B936}" type="pres">
      <dgm:prSet presAssocID="{85CDFFD6-C149-4320-908D-D1A288551EFF}" presName="background3" presStyleLbl="node3" presStyleIdx="0" presStyleCnt="5"/>
      <dgm:spPr/>
    </dgm:pt>
    <dgm:pt modelId="{81B7D348-3EE9-423E-B4F0-3B08A59BDFCB}" type="pres">
      <dgm:prSet presAssocID="{85CDFFD6-C149-4320-908D-D1A288551EFF}" presName="text3" presStyleLbl="fgAcc3" presStyleIdx="0" presStyleCnt="5" custScaleX="56726" custScaleY="54133">
        <dgm:presLayoutVars>
          <dgm:chPref val="3"/>
        </dgm:presLayoutVars>
      </dgm:prSet>
      <dgm:spPr/>
    </dgm:pt>
    <dgm:pt modelId="{98FA9345-E50F-4C6F-A99D-90EFE25ABEF7}" type="pres">
      <dgm:prSet presAssocID="{85CDFFD6-C149-4320-908D-D1A288551EFF}" presName="hierChild4" presStyleCnt="0"/>
      <dgm:spPr/>
    </dgm:pt>
    <dgm:pt modelId="{52DC7786-CC99-4C3E-BC0F-1CD3B53094B2}" type="pres">
      <dgm:prSet presAssocID="{0F65B641-2A90-4A73-BB01-2B382C38DA12}" presName="Name17" presStyleLbl="parChTrans1D3" presStyleIdx="1" presStyleCnt="5" custSzX="1030697" custSzY="234049"/>
      <dgm:spPr/>
    </dgm:pt>
    <dgm:pt modelId="{2C7C14C1-DC55-4606-96C0-68B3E608F1EE}" type="pres">
      <dgm:prSet presAssocID="{C6E24762-8D2E-4377-AD18-DD8F42518340}" presName="hierRoot3" presStyleCnt="0"/>
      <dgm:spPr/>
    </dgm:pt>
    <dgm:pt modelId="{91CD0031-3151-4F06-9C02-6B2243F09486}" type="pres">
      <dgm:prSet presAssocID="{C6E24762-8D2E-4377-AD18-DD8F42518340}" presName="composite3" presStyleCnt="0"/>
      <dgm:spPr/>
    </dgm:pt>
    <dgm:pt modelId="{2884222B-09CA-437C-8AF9-4DBDBC2331BE}" type="pres">
      <dgm:prSet presAssocID="{C6E24762-8D2E-4377-AD18-DD8F42518340}" presName="background3" presStyleLbl="node3" presStyleIdx="1" presStyleCnt="5"/>
      <dgm:spPr/>
    </dgm:pt>
    <dgm:pt modelId="{93BDCFAC-6A94-40E7-8899-9DB60138A05F}" type="pres">
      <dgm:prSet presAssocID="{C6E24762-8D2E-4377-AD18-DD8F42518340}" presName="text3" presStyleLbl="fgAcc3" presStyleIdx="1" presStyleCnt="5" custScaleX="56726" custScaleY="54133">
        <dgm:presLayoutVars>
          <dgm:chPref val="3"/>
        </dgm:presLayoutVars>
      </dgm:prSet>
      <dgm:spPr/>
    </dgm:pt>
    <dgm:pt modelId="{2949C758-3C7B-4B15-BEE7-A40B6F10EFB1}" type="pres">
      <dgm:prSet presAssocID="{C6E24762-8D2E-4377-AD18-DD8F42518340}" presName="hierChild4" presStyleCnt="0"/>
      <dgm:spPr/>
    </dgm:pt>
    <dgm:pt modelId="{EF53712F-C667-437A-9845-5D93A0DD0E91}" type="pres">
      <dgm:prSet presAssocID="{FAD45B91-31E5-432D-A304-8A757084498D}" presName="Name17" presStyleLbl="parChTrans1D3" presStyleIdx="2" presStyleCnt="5" custSzX="51869" custSzY="234049"/>
      <dgm:spPr/>
    </dgm:pt>
    <dgm:pt modelId="{0B2342A4-5525-4388-9A6D-C81CFE605859}" type="pres">
      <dgm:prSet presAssocID="{590F92DE-DAD9-4EA0-BDF4-54E7F3A23DB0}" presName="hierRoot3" presStyleCnt="0"/>
      <dgm:spPr/>
    </dgm:pt>
    <dgm:pt modelId="{B49FE817-BFC8-4EEB-960A-E5AECD528DE8}" type="pres">
      <dgm:prSet presAssocID="{590F92DE-DAD9-4EA0-BDF4-54E7F3A23DB0}" presName="composite3" presStyleCnt="0"/>
      <dgm:spPr/>
    </dgm:pt>
    <dgm:pt modelId="{880034EA-DF2E-44A3-A4A3-0A4F5AFD79A9}" type="pres">
      <dgm:prSet presAssocID="{590F92DE-DAD9-4EA0-BDF4-54E7F3A23DB0}" presName="background3" presStyleLbl="node3" presStyleIdx="2" presStyleCnt="5"/>
      <dgm:spPr/>
    </dgm:pt>
    <dgm:pt modelId="{CD0BA108-EA49-4FEF-ADF6-5BDAD1C50307}" type="pres">
      <dgm:prSet presAssocID="{590F92DE-DAD9-4EA0-BDF4-54E7F3A23DB0}" presName="text3" presStyleLbl="fgAcc3" presStyleIdx="2" presStyleCnt="5" custScaleX="56726" custScaleY="54133">
        <dgm:presLayoutVars>
          <dgm:chPref val="3"/>
        </dgm:presLayoutVars>
      </dgm:prSet>
      <dgm:spPr/>
    </dgm:pt>
    <dgm:pt modelId="{392CBE27-0E17-4709-A1D8-651423FA9FE7}" type="pres">
      <dgm:prSet presAssocID="{590F92DE-DAD9-4EA0-BDF4-54E7F3A23DB0}" presName="hierChild4" presStyleCnt="0"/>
      <dgm:spPr/>
    </dgm:pt>
    <dgm:pt modelId="{F607B286-1C85-4944-8CD9-DF345778EBCE}" type="pres">
      <dgm:prSet presAssocID="{DA4D2049-FA3F-44CD-8186-A52C95D10286}" presName="Name23" presStyleLbl="parChTrans1D4" presStyleIdx="0" presStyleCnt="2" custSzX="515348" custSzY="234049"/>
      <dgm:spPr/>
    </dgm:pt>
    <dgm:pt modelId="{62391CA8-5742-40AC-8279-41FDB343193A}" type="pres">
      <dgm:prSet presAssocID="{F9C71E6E-6F7A-4AFB-869C-BB65A1BBD737}" presName="hierRoot4" presStyleCnt="0"/>
      <dgm:spPr/>
    </dgm:pt>
    <dgm:pt modelId="{BF5B50F7-0774-4492-9CA6-118F72A2CF4D}" type="pres">
      <dgm:prSet presAssocID="{F9C71E6E-6F7A-4AFB-869C-BB65A1BBD737}" presName="composite4" presStyleCnt="0"/>
      <dgm:spPr/>
    </dgm:pt>
    <dgm:pt modelId="{21761349-DDEE-4100-BDBA-18340A0F17E0}" type="pres">
      <dgm:prSet presAssocID="{F9C71E6E-6F7A-4AFB-869C-BB65A1BBD737}" presName="background4" presStyleLbl="node4" presStyleIdx="0" presStyleCnt="2"/>
      <dgm:spPr/>
    </dgm:pt>
    <dgm:pt modelId="{1664DA67-6B96-47C5-B652-08FEA0002C19}" type="pres">
      <dgm:prSet presAssocID="{F9C71E6E-6F7A-4AFB-869C-BB65A1BBD737}" presName="text4" presStyleLbl="fgAcc4" presStyleIdx="0" presStyleCnt="2" custScaleX="56726" custScaleY="54133">
        <dgm:presLayoutVars>
          <dgm:chPref val="3"/>
        </dgm:presLayoutVars>
      </dgm:prSet>
      <dgm:spPr/>
    </dgm:pt>
    <dgm:pt modelId="{FEE52371-2926-4C52-8BF8-750F4F6989CE}" type="pres">
      <dgm:prSet presAssocID="{F9C71E6E-6F7A-4AFB-869C-BB65A1BBD737}" presName="hierChild5" presStyleCnt="0"/>
      <dgm:spPr/>
    </dgm:pt>
    <dgm:pt modelId="{57FE25F8-DC15-4CFF-AC3B-B580A29B8991}" type="pres">
      <dgm:prSet presAssocID="{AA223B13-7DF8-42A7-8CA1-C8CB6806CFE5}" presName="Name23" presStyleLbl="parChTrans1D4" presStyleIdx="1" presStyleCnt="2" custSzX="515348" custSzY="234049"/>
      <dgm:spPr/>
    </dgm:pt>
    <dgm:pt modelId="{DD7EBC62-F512-4B85-B4E2-56052CC1F6E8}" type="pres">
      <dgm:prSet presAssocID="{0486A3AE-3E2B-4704-B88D-26422579ECC9}" presName="hierRoot4" presStyleCnt="0"/>
      <dgm:spPr/>
    </dgm:pt>
    <dgm:pt modelId="{9191BC45-3032-4E9A-AE64-3A998AF64034}" type="pres">
      <dgm:prSet presAssocID="{0486A3AE-3E2B-4704-B88D-26422579ECC9}" presName="composite4" presStyleCnt="0"/>
      <dgm:spPr/>
    </dgm:pt>
    <dgm:pt modelId="{B73D4303-DA33-4F0A-84C4-BCAB49A753F6}" type="pres">
      <dgm:prSet presAssocID="{0486A3AE-3E2B-4704-B88D-26422579ECC9}" presName="background4" presStyleLbl="node4" presStyleIdx="1" presStyleCnt="2"/>
      <dgm:spPr/>
    </dgm:pt>
    <dgm:pt modelId="{D486821B-C60B-4B8C-A805-F4A5C008A64D}" type="pres">
      <dgm:prSet presAssocID="{0486A3AE-3E2B-4704-B88D-26422579ECC9}" presName="text4" presStyleLbl="fgAcc4" presStyleIdx="1" presStyleCnt="2" custScaleX="56726" custScaleY="54133">
        <dgm:presLayoutVars>
          <dgm:chPref val="3"/>
        </dgm:presLayoutVars>
      </dgm:prSet>
      <dgm:spPr/>
    </dgm:pt>
    <dgm:pt modelId="{59BAFF72-18D5-469E-825C-B50EC38D37B9}" type="pres">
      <dgm:prSet presAssocID="{0486A3AE-3E2B-4704-B88D-26422579ECC9}" presName="hierChild5" presStyleCnt="0"/>
      <dgm:spPr/>
    </dgm:pt>
    <dgm:pt modelId="{93B87407-0C92-4094-A4A3-21239B7517BF}" type="pres">
      <dgm:prSet presAssocID="{DC5EC57A-FD81-42E7-A1E4-86D5E0CA8388}" presName="Name17" presStyleLbl="parChTrans1D3" presStyleIdx="3" presStyleCnt="5" custSzX="1030697" custSzY="234049"/>
      <dgm:spPr/>
    </dgm:pt>
    <dgm:pt modelId="{5C4E7BB3-0513-4664-A041-EA096E934450}" type="pres">
      <dgm:prSet presAssocID="{ABCBFB49-9E53-43B5-9AD9-C4264123A922}" presName="hierRoot3" presStyleCnt="0"/>
      <dgm:spPr/>
    </dgm:pt>
    <dgm:pt modelId="{05C0A878-71A0-43B3-AFAA-68961CE9B008}" type="pres">
      <dgm:prSet presAssocID="{ABCBFB49-9E53-43B5-9AD9-C4264123A922}" presName="composite3" presStyleCnt="0"/>
      <dgm:spPr/>
    </dgm:pt>
    <dgm:pt modelId="{0EB3E514-58AC-4C70-A60B-AD4792D83543}" type="pres">
      <dgm:prSet presAssocID="{ABCBFB49-9E53-43B5-9AD9-C4264123A922}" presName="background3" presStyleLbl="node3" presStyleIdx="3" presStyleCnt="5"/>
      <dgm:spPr/>
    </dgm:pt>
    <dgm:pt modelId="{7EFCCDD9-8A8E-488C-B60B-BB16990C19D2}" type="pres">
      <dgm:prSet presAssocID="{ABCBFB49-9E53-43B5-9AD9-C4264123A922}" presName="text3" presStyleLbl="fgAcc3" presStyleIdx="3" presStyleCnt="5" custScaleX="56726" custScaleY="54133">
        <dgm:presLayoutVars>
          <dgm:chPref val="3"/>
        </dgm:presLayoutVars>
      </dgm:prSet>
      <dgm:spPr/>
    </dgm:pt>
    <dgm:pt modelId="{DBE730D9-C920-4DD6-A360-196260462838}" type="pres">
      <dgm:prSet presAssocID="{ABCBFB49-9E53-43B5-9AD9-C4264123A922}" presName="hierChild4" presStyleCnt="0"/>
      <dgm:spPr/>
    </dgm:pt>
    <dgm:pt modelId="{1C5068F9-4DE1-4211-A9C5-798DD59D5A53}" type="pres">
      <dgm:prSet presAssocID="{96360C39-AE94-4D6F-A977-AA6973538DF4}" presName="Name17" presStyleLbl="parChTrans1D3" presStyleIdx="4" presStyleCnt="5" custSzX="2061395" custSzY="234049"/>
      <dgm:spPr/>
    </dgm:pt>
    <dgm:pt modelId="{814CAA37-060A-4F40-85E2-B8B72A572BFA}" type="pres">
      <dgm:prSet presAssocID="{86148E4A-C2FC-45A1-AD4D-65C0C0409953}" presName="hierRoot3" presStyleCnt="0"/>
      <dgm:spPr/>
    </dgm:pt>
    <dgm:pt modelId="{40B34B33-2B5E-452F-8B9D-E98C8BE009DA}" type="pres">
      <dgm:prSet presAssocID="{86148E4A-C2FC-45A1-AD4D-65C0C0409953}" presName="composite3" presStyleCnt="0"/>
      <dgm:spPr/>
    </dgm:pt>
    <dgm:pt modelId="{27EC8D72-511E-4669-A0FC-6CC9B7D2B442}" type="pres">
      <dgm:prSet presAssocID="{86148E4A-C2FC-45A1-AD4D-65C0C0409953}" presName="background3" presStyleLbl="node3" presStyleIdx="4" presStyleCnt="5"/>
      <dgm:spPr/>
    </dgm:pt>
    <dgm:pt modelId="{BB52B527-4969-4621-A8FA-5A7A1592F0E3}" type="pres">
      <dgm:prSet presAssocID="{86148E4A-C2FC-45A1-AD4D-65C0C0409953}" presName="text3" presStyleLbl="fgAcc3" presStyleIdx="4" presStyleCnt="5" custScaleX="56726" custScaleY="54133">
        <dgm:presLayoutVars>
          <dgm:chPref val="3"/>
        </dgm:presLayoutVars>
      </dgm:prSet>
      <dgm:spPr/>
    </dgm:pt>
    <dgm:pt modelId="{D953C1CD-BB5D-4B01-A733-26743A2CA7D3}" type="pres">
      <dgm:prSet presAssocID="{86148E4A-C2FC-45A1-AD4D-65C0C0409953}" presName="hierChild4" presStyleCnt="0"/>
      <dgm:spPr/>
    </dgm:pt>
  </dgm:ptLst>
  <dgm:cxnLst>
    <dgm:cxn modelId="{66036202-5AAD-4E44-9E8F-16EA509A3122}" type="presOf" srcId="{0486A3AE-3E2B-4704-B88D-26422579ECC9}" destId="{D486821B-C60B-4B8C-A805-F4A5C008A64D}" srcOrd="0" destOrd="0" presId="urn:microsoft.com/office/officeart/2005/8/layout/hierarchy1"/>
    <dgm:cxn modelId="{35918109-D925-48B6-AC52-751165EE4445}" srcId="{09D067C4-9C0D-4949-8352-450A143BDFB8}" destId="{590F92DE-DAD9-4EA0-BDF4-54E7F3A23DB0}" srcOrd="2" destOrd="0" parTransId="{FAD45B91-31E5-432D-A304-8A757084498D}" sibTransId="{E6F41282-D942-4827-8038-3851ED461623}"/>
    <dgm:cxn modelId="{51CF150B-93AC-49BB-A9FE-2B1D7BC3228D}" type="presOf" srcId="{C6E24762-8D2E-4377-AD18-DD8F42518340}" destId="{93BDCFAC-6A94-40E7-8899-9DB60138A05F}" srcOrd="0" destOrd="0" presId="urn:microsoft.com/office/officeart/2005/8/layout/hierarchy1"/>
    <dgm:cxn modelId="{6715630F-0256-4A6D-95CB-C85BCE8A0E50}" type="presOf" srcId="{09D067C4-9C0D-4949-8352-450A143BDFB8}" destId="{22285266-E0F8-4F55-A787-4812D8F17770}" srcOrd="0" destOrd="0" presId="urn:microsoft.com/office/officeart/2005/8/layout/hierarchy1"/>
    <dgm:cxn modelId="{BDB7770F-5BDB-47BF-A597-3EAB2E30F12E}" type="presOf" srcId="{02292B75-1958-4E2A-9A58-7EE62933341F}" destId="{7F17A85A-E272-4508-B8AB-58411E4E2F2C}" srcOrd="0" destOrd="0" presId="urn:microsoft.com/office/officeart/2005/8/layout/hierarchy1"/>
    <dgm:cxn modelId="{7D96D510-E411-4C2E-819B-1B2B0BF694F8}" type="presOf" srcId="{96360C39-AE94-4D6F-A977-AA6973538DF4}" destId="{1C5068F9-4DE1-4211-A9C5-798DD59D5A53}" srcOrd="0" destOrd="0" presId="urn:microsoft.com/office/officeart/2005/8/layout/hierarchy1"/>
    <dgm:cxn modelId="{D9CC831D-A378-4BC9-9511-5BD8643AB99D}" type="presOf" srcId="{D6CE5B75-725B-4BC3-8CF8-F2F0AA9C97AE}" destId="{D1AAAEEC-56B9-43AE-BCC2-0C134A85C541}" srcOrd="0" destOrd="0" presId="urn:microsoft.com/office/officeart/2005/8/layout/hierarchy1"/>
    <dgm:cxn modelId="{D9F9851D-98FF-4E03-98E1-0A2E22D84A1F}" type="presOf" srcId="{F9C71E6E-6F7A-4AFB-869C-BB65A1BBD737}" destId="{1664DA67-6B96-47C5-B652-08FEA0002C19}" srcOrd="0" destOrd="0" presId="urn:microsoft.com/office/officeart/2005/8/layout/hierarchy1"/>
    <dgm:cxn modelId="{F5781A23-4C23-46A7-A214-E7EB7C32C923}" srcId="{02292B75-1958-4E2A-9A58-7EE62933341F}" destId="{09D067C4-9C0D-4949-8352-450A143BDFB8}" srcOrd="0" destOrd="0" parTransId="{D920B461-0E45-4795-A80B-8880387D80E0}" sibTransId="{F9BABF2F-7A22-409E-B02E-A174BDBDFD0A}"/>
    <dgm:cxn modelId="{92712C25-912D-44E1-9746-849A3F960BBF}" type="presOf" srcId="{D920B461-0E45-4795-A80B-8880387D80E0}" destId="{24015B3F-1F50-4DAE-A25A-3C7A3D9A5BFE}" srcOrd="0" destOrd="0" presId="urn:microsoft.com/office/officeart/2005/8/layout/hierarchy1"/>
    <dgm:cxn modelId="{43179C28-7A47-47D5-A4C1-513BFC530787}" type="presOf" srcId="{DA4D2049-FA3F-44CD-8186-A52C95D10286}" destId="{F607B286-1C85-4944-8CD9-DF345778EBCE}" srcOrd="0" destOrd="0" presId="urn:microsoft.com/office/officeart/2005/8/layout/hierarchy1"/>
    <dgm:cxn modelId="{347E3931-CDF1-4C32-98FC-DC084AC784D1}" type="presOf" srcId="{0F65B641-2A90-4A73-BB01-2B382C38DA12}" destId="{52DC7786-CC99-4C3E-BC0F-1CD3B53094B2}" srcOrd="0" destOrd="0" presId="urn:microsoft.com/office/officeart/2005/8/layout/hierarchy1"/>
    <dgm:cxn modelId="{F02E2E3B-4A3D-4682-8D9C-BC84BF21DE65}" srcId="{09D067C4-9C0D-4949-8352-450A143BDFB8}" destId="{85CDFFD6-C149-4320-908D-D1A288551EFF}" srcOrd="0" destOrd="0" parTransId="{D6CE5B75-725B-4BC3-8CF8-F2F0AA9C97AE}" sibTransId="{029475B2-7889-49C6-8578-75FF31D25568}"/>
    <dgm:cxn modelId="{23EAB43D-DB89-4B97-A2FC-66EA244BB032}" type="presOf" srcId="{47C399B3-D877-46FF-9F92-251C1DD96D8B}" destId="{C33EF0DF-1546-4259-B131-C4FD553B6B10}" srcOrd="0" destOrd="0" presId="urn:microsoft.com/office/officeart/2005/8/layout/hierarchy1"/>
    <dgm:cxn modelId="{2EA7B95B-E5B6-4919-A33D-B7FD963C3554}" srcId="{09D067C4-9C0D-4949-8352-450A143BDFB8}" destId="{ABCBFB49-9E53-43B5-9AD9-C4264123A922}" srcOrd="3" destOrd="0" parTransId="{DC5EC57A-FD81-42E7-A1E4-86D5E0CA8388}" sibTransId="{B755A6C6-8CA6-47D5-A7D0-097F0E59AC02}"/>
    <dgm:cxn modelId="{1B3B4975-FC27-4472-821E-4FCE57A5AFB4}" type="presOf" srcId="{DC5EC57A-FD81-42E7-A1E4-86D5E0CA8388}" destId="{93B87407-0C92-4094-A4A3-21239B7517BF}" srcOrd="0" destOrd="0" presId="urn:microsoft.com/office/officeart/2005/8/layout/hierarchy1"/>
    <dgm:cxn modelId="{58A1F076-F127-4520-A027-73B1C5A42901}" type="presOf" srcId="{ABCBFB49-9E53-43B5-9AD9-C4264123A922}" destId="{7EFCCDD9-8A8E-488C-B60B-BB16990C19D2}" srcOrd="0" destOrd="0" presId="urn:microsoft.com/office/officeart/2005/8/layout/hierarchy1"/>
    <dgm:cxn modelId="{A7E65A58-5B7E-4484-A4DD-B4C126D86652}" srcId="{47C399B3-D877-46FF-9F92-251C1DD96D8B}" destId="{02292B75-1958-4E2A-9A58-7EE62933341F}" srcOrd="0" destOrd="0" parTransId="{BFF37B2C-357F-4591-8E14-1085F9FCC23C}" sibTransId="{5424751E-F647-4320-8C3F-784F16935D49}"/>
    <dgm:cxn modelId="{37CD6785-27ED-4384-9455-7DB2E823D290}" type="presOf" srcId="{590F92DE-DAD9-4EA0-BDF4-54E7F3A23DB0}" destId="{CD0BA108-EA49-4FEF-ADF6-5BDAD1C50307}" srcOrd="0" destOrd="0" presId="urn:microsoft.com/office/officeart/2005/8/layout/hierarchy1"/>
    <dgm:cxn modelId="{725B8488-8D41-4360-9B2B-228EB83F4A54}" type="presOf" srcId="{FAD45B91-31E5-432D-A304-8A757084498D}" destId="{EF53712F-C667-437A-9845-5D93A0DD0E91}" srcOrd="0" destOrd="0" presId="urn:microsoft.com/office/officeart/2005/8/layout/hierarchy1"/>
    <dgm:cxn modelId="{FFDD14A2-86BE-4200-9406-C5542630B019}" srcId="{09D067C4-9C0D-4949-8352-450A143BDFB8}" destId="{86148E4A-C2FC-45A1-AD4D-65C0C0409953}" srcOrd="4" destOrd="0" parTransId="{96360C39-AE94-4D6F-A977-AA6973538DF4}" sibTransId="{FDE41E78-F13B-453E-A6B6-CBD4124454DB}"/>
    <dgm:cxn modelId="{99962EA3-FA5F-4C89-942D-BCE81860077D}" type="presOf" srcId="{AA223B13-7DF8-42A7-8CA1-C8CB6806CFE5}" destId="{57FE25F8-DC15-4CFF-AC3B-B580A29B8991}" srcOrd="0" destOrd="0" presId="urn:microsoft.com/office/officeart/2005/8/layout/hierarchy1"/>
    <dgm:cxn modelId="{4B6C5AA8-B9A0-4D84-8DB7-F459DC370944}" srcId="{590F92DE-DAD9-4EA0-BDF4-54E7F3A23DB0}" destId="{F9C71E6E-6F7A-4AFB-869C-BB65A1BBD737}" srcOrd="0" destOrd="0" parTransId="{DA4D2049-FA3F-44CD-8186-A52C95D10286}" sibTransId="{5FB6103A-8892-4A2E-93F4-D2DE239418DE}"/>
    <dgm:cxn modelId="{F8CB4EB2-20E2-4565-A553-C3E551FDCEF9}" srcId="{09D067C4-9C0D-4949-8352-450A143BDFB8}" destId="{C6E24762-8D2E-4377-AD18-DD8F42518340}" srcOrd="1" destOrd="0" parTransId="{0F65B641-2A90-4A73-BB01-2B382C38DA12}" sibTransId="{FBA245C8-1FC7-419C-87E6-A49066E8EBE3}"/>
    <dgm:cxn modelId="{D6F292B5-8F91-4065-96C1-9CC34716C18C}" type="presOf" srcId="{85CDFFD6-C149-4320-908D-D1A288551EFF}" destId="{81B7D348-3EE9-423E-B4F0-3B08A59BDFCB}" srcOrd="0" destOrd="0" presId="urn:microsoft.com/office/officeart/2005/8/layout/hierarchy1"/>
    <dgm:cxn modelId="{0EC688E0-F95C-4F2F-99D5-E9A4756402BF}" srcId="{590F92DE-DAD9-4EA0-BDF4-54E7F3A23DB0}" destId="{0486A3AE-3E2B-4704-B88D-26422579ECC9}" srcOrd="1" destOrd="0" parTransId="{AA223B13-7DF8-42A7-8CA1-C8CB6806CFE5}" sibTransId="{1A987DFD-0CCD-431E-9F94-333DEF3B1EBB}"/>
    <dgm:cxn modelId="{020ABDF4-1303-412E-985C-CDDFC47DC646}" type="presOf" srcId="{86148E4A-C2FC-45A1-AD4D-65C0C0409953}" destId="{BB52B527-4969-4621-A8FA-5A7A1592F0E3}" srcOrd="0" destOrd="0" presId="urn:microsoft.com/office/officeart/2005/8/layout/hierarchy1"/>
    <dgm:cxn modelId="{F8223422-52B7-49F6-8D02-853B10A5CEB7}" type="presParOf" srcId="{C33EF0DF-1546-4259-B131-C4FD553B6B10}" destId="{09997F53-217D-4785-8B27-B388C4006E5B}" srcOrd="0" destOrd="0" presId="urn:microsoft.com/office/officeart/2005/8/layout/hierarchy1"/>
    <dgm:cxn modelId="{7C303DFB-5136-404B-81DD-175524CD40EE}" type="presParOf" srcId="{09997F53-217D-4785-8B27-B388C4006E5B}" destId="{CEE05303-7559-4633-9636-75511A376302}" srcOrd="0" destOrd="0" presId="urn:microsoft.com/office/officeart/2005/8/layout/hierarchy1"/>
    <dgm:cxn modelId="{AE9FE040-1186-4C87-B349-75A11EEF8889}" type="presParOf" srcId="{CEE05303-7559-4633-9636-75511A376302}" destId="{7AE5F3D5-C169-48CB-A1D9-EB684F1AA420}" srcOrd="0" destOrd="0" presId="urn:microsoft.com/office/officeart/2005/8/layout/hierarchy1"/>
    <dgm:cxn modelId="{8091623F-1238-4A0D-A2F3-8E5DBDE88D89}" type="presParOf" srcId="{CEE05303-7559-4633-9636-75511A376302}" destId="{7F17A85A-E272-4508-B8AB-58411E4E2F2C}" srcOrd="1" destOrd="0" presId="urn:microsoft.com/office/officeart/2005/8/layout/hierarchy1"/>
    <dgm:cxn modelId="{A3DAEECE-6001-4DE3-9644-563792CD278D}" type="presParOf" srcId="{09997F53-217D-4785-8B27-B388C4006E5B}" destId="{F0ABCC02-D4E7-4DA2-86E8-114C7BA9FA3B}" srcOrd="1" destOrd="0" presId="urn:microsoft.com/office/officeart/2005/8/layout/hierarchy1"/>
    <dgm:cxn modelId="{A6B224F8-A396-45CE-972D-65C78339DF17}" type="presParOf" srcId="{F0ABCC02-D4E7-4DA2-86E8-114C7BA9FA3B}" destId="{24015B3F-1F50-4DAE-A25A-3C7A3D9A5BFE}" srcOrd="0" destOrd="0" presId="urn:microsoft.com/office/officeart/2005/8/layout/hierarchy1"/>
    <dgm:cxn modelId="{E094022E-6AB6-41AF-95A0-8759E23B643F}" type="presParOf" srcId="{F0ABCC02-D4E7-4DA2-86E8-114C7BA9FA3B}" destId="{642446A1-5B1E-4A8D-B626-DD8EC556BEC1}" srcOrd="1" destOrd="0" presId="urn:microsoft.com/office/officeart/2005/8/layout/hierarchy1"/>
    <dgm:cxn modelId="{A0663052-C134-4506-92F2-955E47B06D6D}" type="presParOf" srcId="{642446A1-5B1E-4A8D-B626-DD8EC556BEC1}" destId="{0D3878CE-3F83-4669-B298-C7275EE6B676}" srcOrd="0" destOrd="0" presId="urn:microsoft.com/office/officeart/2005/8/layout/hierarchy1"/>
    <dgm:cxn modelId="{B7ECAB1C-DA4A-4A3F-981F-2016451DE1F3}" type="presParOf" srcId="{0D3878CE-3F83-4669-B298-C7275EE6B676}" destId="{8B2DE42B-E512-4E94-ADD1-0942002CE3F2}" srcOrd="0" destOrd="0" presId="urn:microsoft.com/office/officeart/2005/8/layout/hierarchy1"/>
    <dgm:cxn modelId="{29D75151-B97B-4063-BD80-25D975A098D2}" type="presParOf" srcId="{0D3878CE-3F83-4669-B298-C7275EE6B676}" destId="{22285266-E0F8-4F55-A787-4812D8F17770}" srcOrd="1" destOrd="0" presId="urn:microsoft.com/office/officeart/2005/8/layout/hierarchy1"/>
    <dgm:cxn modelId="{7F794470-426F-40FB-8CE9-5EA181C34214}" type="presParOf" srcId="{642446A1-5B1E-4A8D-B626-DD8EC556BEC1}" destId="{E4CB1CEE-86D8-417F-937E-60E3C0C808F6}" srcOrd="1" destOrd="0" presId="urn:microsoft.com/office/officeart/2005/8/layout/hierarchy1"/>
    <dgm:cxn modelId="{4F62B47B-5419-42AA-B7E5-FD1B075284AA}" type="presParOf" srcId="{E4CB1CEE-86D8-417F-937E-60E3C0C808F6}" destId="{D1AAAEEC-56B9-43AE-BCC2-0C134A85C541}" srcOrd="0" destOrd="0" presId="urn:microsoft.com/office/officeart/2005/8/layout/hierarchy1"/>
    <dgm:cxn modelId="{824E6F1B-5516-4C1C-9E26-7862F97C056A}" type="presParOf" srcId="{E4CB1CEE-86D8-417F-937E-60E3C0C808F6}" destId="{DFB67BDE-84F7-4899-BFE3-E590E2AABB2F}" srcOrd="1" destOrd="0" presId="urn:microsoft.com/office/officeart/2005/8/layout/hierarchy1"/>
    <dgm:cxn modelId="{D7537048-8188-4FAF-90C4-BD97125DCD89}" type="presParOf" srcId="{DFB67BDE-84F7-4899-BFE3-E590E2AABB2F}" destId="{D297E703-DE8C-42F1-B9D6-83DB4EE61DE4}" srcOrd="0" destOrd="0" presId="urn:microsoft.com/office/officeart/2005/8/layout/hierarchy1"/>
    <dgm:cxn modelId="{0FF3DEFF-4DD3-49C9-8608-EC450C903D96}" type="presParOf" srcId="{D297E703-DE8C-42F1-B9D6-83DB4EE61DE4}" destId="{52C8025B-D238-407C-992D-F797F8B3B936}" srcOrd="0" destOrd="0" presId="urn:microsoft.com/office/officeart/2005/8/layout/hierarchy1"/>
    <dgm:cxn modelId="{16A4DD39-238E-433D-B1B0-2EBC9D1CE1D4}" type="presParOf" srcId="{D297E703-DE8C-42F1-B9D6-83DB4EE61DE4}" destId="{81B7D348-3EE9-423E-B4F0-3B08A59BDFCB}" srcOrd="1" destOrd="0" presId="urn:microsoft.com/office/officeart/2005/8/layout/hierarchy1"/>
    <dgm:cxn modelId="{69D14E9A-AB15-4466-A656-29B06097A21D}" type="presParOf" srcId="{DFB67BDE-84F7-4899-BFE3-E590E2AABB2F}" destId="{98FA9345-E50F-4C6F-A99D-90EFE25ABEF7}" srcOrd="1" destOrd="0" presId="urn:microsoft.com/office/officeart/2005/8/layout/hierarchy1"/>
    <dgm:cxn modelId="{5048AB61-C44A-4153-8FCC-F6B0DADF1D04}" type="presParOf" srcId="{E4CB1CEE-86D8-417F-937E-60E3C0C808F6}" destId="{52DC7786-CC99-4C3E-BC0F-1CD3B53094B2}" srcOrd="2" destOrd="0" presId="urn:microsoft.com/office/officeart/2005/8/layout/hierarchy1"/>
    <dgm:cxn modelId="{C78149D0-5D7A-4749-9AFE-396AD701079C}" type="presParOf" srcId="{E4CB1CEE-86D8-417F-937E-60E3C0C808F6}" destId="{2C7C14C1-DC55-4606-96C0-68B3E608F1EE}" srcOrd="3" destOrd="0" presId="urn:microsoft.com/office/officeart/2005/8/layout/hierarchy1"/>
    <dgm:cxn modelId="{9E62B609-2390-46FC-9FC7-74EF87F8AAE6}" type="presParOf" srcId="{2C7C14C1-DC55-4606-96C0-68B3E608F1EE}" destId="{91CD0031-3151-4F06-9C02-6B2243F09486}" srcOrd="0" destOrd="0" presId="urn:microsoft.com/office/officeart/2005/8/layout/hierarchy1"/>
    <dgm:cxn modelId="{6A4667A0-A9A9-4F0B-8644-02DBEB452646}" type="presParOf" srcId="{91CD0031-3151-4F06-9C02-6B2243F09486}" destId="{2884222B-09CA-437C-8AF9-4DBDBC2331BE}" srcOrd="0" destOrd="0" presId="urn:microsoft.com/office/officeart/2005/8/layout/hierarchy1"/>
    <dgm:cxn modelId="{44EB9486-EDA7-4204-8BC9-82E82DBD7EC3}" type="presParOf" srcId="{91CD0031-3151-4F06-9C02-6B2243F09486}" destId="{93BDCFAC-6A94-40E7-8899-9DB60138A05F}" srcOrd="1" destOrd="0" presId="urn:microsoft.com/office/officeart/2005/8/layout/hierarchy1"/>
    <dgm:cxn modelId="{9FBAB0F6-9B6C-4054-A331-0899BB434732}" type="presParOf" srcId="{2C7C14C1-DC55-4606-96C0-68B3E608F1EE}" destId="{2949C758-3C7B-4B15-BEE7-A40B6F10EFB1}" srcOrd="1" destOrd="0" presId="urn:microsoft.com/office/officeart/2005/8/layout/hierarchy1"/>
    <dgm:cxn modelId="{AEA124AB-BF76-44C0-A451-304A2CFF6D3E}" type="presParOf" srcId="{E4CB1CEE-86D8-417F-937E-60E3C0C808F6}" destId="{EF53712F-C667-437A-9845-5D93A0DD0E91}" srcOrd="4" destOrd="0" presId="urn:microsoft.com/office/officeart/2005/8/layout/hierarchy1"/>
    <dgm:cxn modelId="{44781556-A36F-4D1C-9EB2-17498A8868BB}" type="presParOf" srcId="{E4CB1CEE-86D8-417F-937E-60E3C0C808F6}" destId="{0B2342A4-5525-4388-9A6D-C81CFE605859}" srcOrd="5" destOrd="0" presId="urn:microsoft.com/office/officeart/2005/8/layout/hierarchy1"/>
    <dgm:cxn modelId="{B5349D43-938B-4A0B-88C4-81CB1F9542A3}" type="presParOf" srcId="{0B2342A4-5525-4388-9A6D-C81CFE605859}" destId="{B49FE817-BFC8-4EEB-960A-E5AECD528DE8}" srcOrd="0" destOrd="0" presId="urn:microsoft.com/office/officeart/2005/8/layout/hierarchy1"/>
    <dgm:cxn modelId="{E8EE3692-AF85-4847-B1A0-70590FB75F88}" type="presParOf" srcId="{B49FE817-BFC8-4EEB-960A-E5AECD528DE8}" destId="{880034EA-DF2E-44A3-A4A3-0A4F5AFD79A9}" srcOrd="0" destOrd="0" presId="urn:microsoft.com/office/officeart/2005/8/layout/hierarchy1"/>
    <dgm:cxn modelId="{610F3833-8DBE-4AE2-A774-54D9A808FCCB}" type="presParOf" srcId="{B49FE817-BFC8-4EEB-960A-E5AECD528DE8}" destId="{CD0BA108-EA49-4FEF-ADF6-5BDAD1C50307}" srcOrd="1" destOrd="0" presId="urn:microsoft.com/office/officeart/2005/8/layout/hierarchy1"/>
    <dgm:cxn modelId="{A8272539-ED90-4D5E-AF9A-430CDA4A5301}" type="presParOf" srcId="{0B2342A4-5525-4388-9A6D-C81CFE605859}" destId="{392CBE27-0E17-4709-A1D8-651423FA9FE7}" srcOrd="1" destOrd="0" presId="urn:microsoft.com/office/officeart/2005/8/layout/hierarchy1"/>
    <dgm:cxn modelId="{921B3D2B-24C9-43E9-A297-ABC7EEAD1D83}" type="presParOf" srcId="{392CBE27-0E17-4709-A1D8-651423FA9FE7}" destId="{F607B286-1C85-4944-8CD9-DF345778EBCE}" srcOrd="0" destOrd="0" presId="urn:microsoft.com/office/officeart/2005/8/layout/hierarchy1"/>
    <dgm:cxn modelId="{42815161-E3AA-4437-9D06-246876B7FA96}" type="presParOf" srcId="{392CBE27-0E17-4709-A1D8-651423FA9FE7}" destId="{62391CA8-5742-40AC-8279-41FDB343193A}" srcOrd="1" destOrd="0" presId="urn:microsoft.com/office/officeart/2005/8/layout/hierarchy1"/>
    <dgm:cxn modelId="{4E6D99A9-D7BA-45C1-9457-305A7FB68759}" type="presParOf" srcId="{62391CA8-5742-40AC-8279-41FDB343193A}" destId="{BF5B50F7-0774-4492-9CA6-118F72A2CF4D}" srcOrd="0" destOrd="0" presId="urn:microsoft.com/office/officeart/2005/8/layout/hierarchy1"/>
    <dgm:cxn modelId="{70EE78C1-0856-4222-A439-E3EF89628DCF}" type="presParOf" srcId="{BF5B50F7-0774-4492-9CA6-118F72A2CF4D}" destId="{21761349-DDEE-4100-BDBA-18340A0F17E0}" srcOrd="0" destOrd="0" presId="urn:microsoft.com/office/officeart/2005/8/layout/hierarchy1"/>
    <dgm:cxn modelId="{7713151A-A244-425E-8134-1DD419C09365}" type="presParOf" srcId="{BF5B50F7-0774-4492-9CA6-118F72A2CF4D}" destId="{1664DA67-6B96-47C5-B652-08FEA0002C19}" srcOrd="1" destOrd="0" presId="urn:microsoft.com/office/officeart/2005/8/layout/hierarchy1"/>
    <dgm:cxn modelId="{C88C666C-1C8E-46F7-9C07-589F1A197251}" type="presParOf" srcId="{62391CA8-5742-40AC-8279-41FDB343193A}" destId="{FEE52371-2926-4C52-8BF8-750F4F6989CE}" srcOrd="1" destOrd="0" presId="urn:microsoft.com/office/officeart/2005/8/layout/hierarchy1"/>
    <dgm:cxn modelId="{088BB6A0-2870-4433-8AE7-4A2A9FEDD067}" type="presParOf" srcId="{392CBE27-0E17-4709-A1D8-651423FA9FE7}" destId="{57FE25F8-DC15-4CFF-AC3B-B580A29B8991}" srcOrd="2" destOrd="0" presId="urn:microsoft.com/office/officeart/2005/8/layout/hierarchy1"/>
    <dgm:cxn modelId="{E44261C6-21B0-4335-AF18-023C214182D0}" type="presParOf" srcId="{392CBE27-0E17-4709-A1D8-651423FA9FE7}" destId="{DD7EBC62-F512-4B85-B4E2-56052CC1F6E8}" srcOrd="3" destOrd="0" presId="urn:microsoft.com/office/officeart/2005/8/layout/hierarchy1"/>
    <dgm:cxn modelId="{38FB68C6-9AFF-4AB3-955C-CC3AA5DC5560}" type="presParOf" srcId="{DD7EBC62-F512-4B85-B4E2-56052CC1F6E8}" destId="{9191BC45-3032-4E9A-AE64-3A998AF64034}" srcOrd="0" destOrd="0" presId="urn:microsoft.com/office/officeart/2005/8/layout/hierarchy1"/>
    <dgm:cxn modelId="{373683B6-6BA8-4627-834C-F3C066232C1D}" type="presParOf" srcId="{9191BC45-3032-4E9A-AE64-3A998AF64034}" destId="{B73D4303-DA33-4F0A-84C4-BCAB49A753F6}" srcOrd="0" destOrd="0" presId="urn:microsoft.com/office/officeart/2005/8/layout/hierarchy1"/>
    <dgm:cxn modelId="{733E755A-62FB-4BA9-AA55-B84C643E986C}" type="presParOf" srcId="{9191BC45-3032-4E9A-AE64-3A998AF64034}" destId="{D486821B-C60B-4B8C-A805-F4A5C008A64D}" srcOrd="1" destOrd="0" presId="urn:microsoft.com/office/officeart/2005/8/layout/hierarchy1"/>
    <dgm:cxn modelId="{EF504EB0-C04F-490B-AA77-7E86D9C78DB1}" type="presParOf" srcId="{DD7EBC62-F512-4B85-B4E2-56052CC1F6E8}" destId="{59BAFF72-18D5-469E-825C-B50EC38D37B9}" srcOrd="1" destOrd="0" presId="urn:microsoft.com/office/officeart/2005/8/layout/hierarchy1"/>
    <dgm:cxn modelId="{2912EDD7-18AA-4EDA-A4C5-8F5B70D3E087}" type="presParOf" srcId="{E4CB1CEE-86D8-417F-937E-60E3C0C808F6}" destId="{93B87407-0C92-4094-A4A3-21239B7517BF}" srcOrd="6" destOrd="0" presId="urn:microsoft.com/office/officeart/2005/8/layout/hierarchy1"/>
    <dgm:cxn modelId="{F4B48637-C6D1-4C24-A89E-7A4B15C03944}" type="presParOf" srcId="{E4CB1CEE-86D8-417F-937E-60E3C0C808F6}" destId="{5C4E7BB3-0513-4664-A041-EA096E934450}" srcOrd="7" destOrd="0" presId="urn:microsoft.com/office/officeart/2005/8/layout/hierarchy1"/>
    <dgm:cxn modelId="{1B79BD6B-7847-462C-AE19-08C21C847454}" type="presParOf" srcId="{5C4E7BB3-0513-4664-A041-EA096E934450}" destId="{05C0A878-71A0-43B3-AFAA-68961CE9B008}" srcOrd="0" destOrd="0" presId="urn:microsoft.com/office/officeart/2005/8/layout/hierarchy1"/>
    <dgm:cxn modelId="{29BC9F3A-C60A-41BF-B7A2-379AC314797D}" type="presParOf" srcId="{05C0A878-71A0-43B3-AFAA-68961CE9B008}" destId="{0EB3E514-58AC-4C70-A60B-AD4792D83543}" srcOrd="0" destOrd="0" presId="urn:microsoft.com/office/officeart/2005/8/layout/hierarchy1"/>
    <dgm:cxn modelId="{D11C60E2-8782-4534-80E2-209D60ECDBB0}" type="presParOf" srcId="{05C0A878-71A0-43B3-AFAA-68961CE9B008}" destId="{7EFCCDD9-8A8E-488C-B60B-BB16990C19D2}" srcOrd="1" destOrd="0" presId="urn:microsoft.com/office/officeart/2005/8/layout/hierarchy1"/>
    <dgm:cxn modelId="{AA924AA4-E800-416C-BDB4-F0B18E269B08}" type="presParOf" srcId="{5C4E7BB3-0513-4664-A041-EA096E934450}" destId="{DBE730D9-C920-4DD6-A360-196260462838}" srcOrd="1" destOrd="0" presId="urn:microsoft.com/office/officeart/2005/8/layout/hierarchy1"/>
    <dgm:cxn modelId="{7A78384F-F95B-48D6-A77F-E6B2B783F0C3}" type="presParOf" srcId="{E4CB1CEE-86D8-417F-937E-60E3C0C808F6}" destId="{1C5068F9-4DE1-4211-A9C5-798DD59D5A53}" srcOrd="8" destOrd="0" presId="urn:microsoft.com/office/officeart/2005/8/layout/hierarchy1"/>
    <dgm:cxn modelId="{2D9846CA-C705-419C-81BB-D094C80CB237}" type="presParOf" srcId="{E4CB1CEE-86D8-417F-937E-60E3C0C808F6}" destId="{814CAA37-060A-4F40-85E2-B8B72A572BFA}" srcOrd="9" destOrd="0" presId="urn:microsoft.com/office/officeart/2005/8/layout/hierarchy1"/>
    <dgm:cxn modelId="{EBFEFD04-A1D9-4FAF-AAF6-A7FAF18EEA19}" type="presParOf" srcId="{814CAA37-060A-4F40-85E2-B8B72A572BFA}" destId="{40B34B33-2B5E-452F-8B9D-E98C8BE009DA}" srcOrd="0" destOrd="0" presId="urn:microsoft.com/office/officeart/2005/8/layout/hierarchy1"/>
    <dgm:cxn modelId="{84E94C64-844A-475A-B13D-499071A13EEF}" type="presParOf" srcId="{40B34B33-2B5E-452F-8B9D-E98C8BE009DA}" destId="{27EC8D72-511E-4669-A0FC-6CC9B7D2B442}" srcOrd="0" destOrd="0" presId="urn:microsoft.com/office/officeart/2005/8/layout/hierarchy1"/>
    <dgm:cxn modelId="{C161320C-37D7-4F3E-8190-551B2681411C}" type="presParOf" srcId="{40B34B33-2B5E-452F-8B9D-E98C8BE009DA}" destId="{BB52B527-4969-4621-A8FA-5A7A1592F0E3}" srcOrd="1" destOrd="0" presId="urn:microsoft.com/office/officeart/2005/8/layout/hierarchy1"/>
    <dgm:cxn modelId="{16E846BD-CF91-4EE5-B777-347466A52B5D}" type="presParOf" srcId="{814CAA37-060A-4F40-85E2-B8B72A572BFA}" destId="{D953C1CD-BB5D-4B01-A733-26743A2CA7D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5068F9-4DE1-4211-A9C5-798DD59D5A53}">
      <dsp:nvSpPr>
        <dsp:cNvPr id="0" name=""/>
        <dsp:cNvSpPr/>
      </dsp:nvSpPr>
      <dsp:spPr>
        <a:xfrm>
          <a:off x="2387743" y="2130273"/>
          <a:ext cx="2023568" cy="3727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001"/>
              </a:lnTo>
              <a:lnTo>
                <a:pt x="2023568" y="254001"/>
              </a:lnTo>
              <a:lnTo>
                <a:pt x="2023568" y="37272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B87407-0C92-4094-A4A3-21239B7517BF}">
      <dsp:nvSpPr>
        <dsp:cNvPr id="0" name=""/>
        <dsp:cNvSpPr/>
      </dsp:nvSpPr>
      <dsp:spPr>
        <a:xfrm>
          <a:off x="2387743" y="2130273"/>
          <a:ext cx="1011784" cy="3727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001"/>
              </a:lnTo>
              <a:lnTo>
                <a:pt x="1011784" y="254001"/>
              </a:lnTo>
              <a:lnTo>
                <a:pt x="1011784" y="37272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FE25F8-DC15-4CFF-AC3B-B580A29B8991}">
      <dsp:nvSpPr>
        <dsp:cNvPr id="0" name=""/>
        <dsp:cNvSpPr/>
      </dsp:nvSpPr>
      <dsp:spPr>
        <a:xfrm>
          <a:off x="2387743" y="2943535"/>
          <a:ext cx="505892" cy="3727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001"/>
              </a:lnTo>
              <a:lnTo>
                <a:pt x="505892" y="254001"/>
              </a:lnTo>
              <a:lnTo>
                <a:pt x="505892" y="37272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07B286-1C85-4944-8CD9-DF345778EBCE}">
      <dsp:nvSpPr>
        <dsp:cNvPr id="0" name=""/>
        <dsp:cNvSpPr/>
      </dsp:nvSpPr>
      <dsp:spPr>
        <a:xfrm>
          <a:off x="1881851" y="2943535"/>
          <a:ext cx="505892" cy="372726"/>
        </a:xfrm>
        <a:custGeom>
          <a:avLst/>
          <a:gdLst/>
          <a:ahLst/>
          <a:cxnLst/>
          <a:rect l="0" t="0" r="0" b="0"/>
          <a:pathLst>
            <a:path>
              <a:moveTo>
                <a:pt x="505892" y="0"/>
              </a:moveTo>
              <a:lnTo>
                <a:pt x="505892" y="254001"/>
              </a:lnTo>
              <a:lnTo>
                <a:pt x="0" y="254001"/>
              </a:lnTo>
              <a:lnTo>
                <a:pt x="0" y="37272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53712F-C667-437A-9845-5D93A0DD0E91}">
      <dsp:nvSpPr>
        <dsp:cNvPr id="0" name=""/>
        <dsp:cNvSpPr/>
      </dsp:nvSpPr>
      <dsp:spPr>
        <a:xfrm>
          <a:off x="2342023" y="2130273"/>
          <a:ext cx="91440" cy="3727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272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DC7786-CC99-4C3E-BC0F-1CD3B53094B2}">
      <dsp:nvSpPr>
        <dsp:cNvPr id="0" name=""/>
        <dsp:cNvSpPr/>
      </dsp:nvSpPr>
      <dsp:spPr>
        <a:xfrm>
          <a:off x="1375958" y="2130273"/>
          <a:ext cx="1011784" cy="372726"/>
        </a:xfrm>
        <a:custGeom>
          <a:avLst/>
          <a:gdLst/>
          <a:ahLst/>
          <a:cxnLst/>
          <a:rect l="0" t="0" r="0" b="0"/>
          <a:pathLst>
            <a:path>
              <a:moveTo>
                <a:pt x="1011784" y="0"/>
              </a:moveTo>
              <a:lnTo>
                <a:pt x="1011784" y="254001"/>
              </a:lnTo>
              <a:lnTo>
                <a:pt x="0" y="254001"/>
              </a:lnTo>
              <a:lnTo>
                <a:pt x="0" y="37272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AAEEC-56B9-43AE-BCC2-0C134A85C541}">
      <dsp:nvSpPr>
        <dsp:cNvPr id="0" name=""/>
        <dsp:cNvSpPr/>
      </dsp:nvSpPr>
      <dsp:spPr>
        <a:xfrm>
          <a:off x="364174" y="2130273"/>
          <a:ext cx="2023568" cy="372726"/>
        </a:xfrm>
        <a:custGeom>
          <a:avLst/>
          <a:gdLst/>
          <a:ahLst/>
          <a:cxnLst/>
          <a:rect l="0" t="0" r="0" b="0"/>
          <a:pathLst>
            <a:path>
              <a:moveTo>
                <a:pt x="2023568" y="0"/>
              </a:moveTo>
              <a:lnTo>
                <a:pt x="2023568" y="254001"/>
              </a:lnTo>
              <a:lnTo>
                <a:pt x="0" y="254001"/>
              </a:lnTo>
              <a:lnTo>
                <a:pt x="0" y="37272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015B3F-1F50-4DAE-A25A-3C7A3D9A5BFE}">
      <dsp:nvSpPr>
        <dsp:cNvPr id="0" name=""/>
        <dsp:cNvSpPr/>
      </dsp:nvSpPr>
      <dsp:spPr>
        <a:xfrm>
          <a:off x="2342023" y="1317011"/>
          <a:ext cx="91440" cy="3727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272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E5F3D5-C169-48CB-A1D9-EB684F1AA420}">
      <dsp:nvSpPr>
        <dsp:cNvPr id="0" name=""/>
        <dsp:cNvSpPr/>
      </dsp:nvSpPr>
      <dsp:spPr>
        <a:xfrm>
          <a:off x="2014636" y="890236"/>
          <a:ext cx="746212" cy="4267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7A85A-E272-4508-B8AB-58411E4E2F2C}">
      <dsp:nvSpPr>
        <dsp:cNvPr id="0" name=""/>
        <dsp:cNvSpPr/>
      </dsp:nvSpPr>
      <dsp:spPr>
        <a:xfrm>
          <a:off x="2157034" y="1025514"/>
          <a:ext cx="746212" cy="4267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Node</a:t>
          </a:r>
        </a:p>
      </dsp:txBody>
      <dsp:txXfrm>
        <a:off x="2169534" y="1038014"/>
        <a:ext cx="721212" cy="401774"/>
      </dsp:txXfrm>
    </dsp:sp>
    <dsp:sp modelId="{8B2DE42B-E512-4E94-ADD1-0942002CE3F2}">
      <dsp:nvSpPr>
        <dsp:cNvPr id="0" name=""/>
        <dsp:cNvSpPr/>
      </dsp:nvSpPr>
      <dsp:spPr>
        <a:xfrm>
          <a:off x="2024248" y="1689737"/>
          <a:ext cx="726988" cy="4405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85266-E0F8-4F55-A787-4812D8F17770}">
      <dsp:nvSpPr>
        <dsp:cNvPr id="0" name=""/>
        <dsp:cNvSpPr/>
      </dsp:nvSpPr>
      <dsp:spPr>
        <a:xfrm>
          <a:off x="2166646" y="1825015"/>
          <a:ext cx="726988" cy="440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Primitive</a:t>
          </a:r>
        </a:p>
      </dsp:txBody>
      <dsp:txXfrm>
        <a:off x="2179549" y="1837918"/>
        <a:ext cx="701182" cy="414729"/>
      </dsp:txXfrm>
    </dsp:sp>
    <dsp:sp modelId="{52C8025B-D238-407C-992D-F797F8B3B936}">
      <dsp:nvSpPr>
        <dsp:cNvPr id="0" name=""/>
        <dsp:cNvSpPr/>
      </dsp:nvSpPr>
      <dsp:spPr>
        <a:xfrm>
          <a:off x="680" y="2502999"/>
          <a:ext cx="726988" cy="440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7D348-3EE9-423E-B4F0-3B08A59BDFCB}">
      <dsp:nvSpPr>
        <dsp:cNvPr id="0" name=""/>
        <dsp:cNvSpPr/>
      </dsp:nvSpPr>
      <dsp:spPr>
        <a:xfrm>
          <a:off x="143078" y="2638277"/>
          <a:ext cx="726988" cy="440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Injector</a:t>
          </a:r>
        </a:p>
      </dsp:txBody>
      <dsp:txXfrm>
        <a:off x="155981" y="2651180"/>
        <a:ext cx="701182" cy="414729"/>
      </dsp:txXfrm>
    </dsp:sp>
    <dsp:sp modelId="{2884222B-09CA-437C-8AF9-4DBDBC2331BE}">
      <dsp:nvSpPr>
        <dsp:cNvPr id="0" name=""/>
        <dsp:cNvSpPr/>
      </dsp:nvSpPr>
      <dsp:spPr>
        <a:xfrm>
          <a:off x="1012464" y="2502999"/>
          <a:ext cx="726988" cy="440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DCFAC-6A94-40E7-8899-9DB60138A05F}">
      <dsp:nvSpPr>
        <dsp:cNvPr id="0" name=""/>
        <dsp:cNvSpPr/>
      </dsp:nvSpPr>
      <dsp:spPr>
        <a:xfrm>
          <a:off x="1154862" y="2638277"/>
          <a:ext cx="726988" cy="440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Queue</a:t>
          </a:r>
        </a:p>
      </dsp:txBody>
      <dsp:txXfrm>
        <a:off x="1167765" y="2651180"/>
        <a:ext cx="701182" cy="414729"/>
      </dsp:txXfrm>
    </dsp:sp>
    <dsp:sp modelId="{880034EA-DF2E-44A3-A4A3-0A4F5AFD79A9}">
      <dsp:nvSpPr>
        <dsp:cNvPr id="0" name=""/>
        <dsp:cNvSpPr/>
      </dsp:nvSpPr>
      <dsp:spPr>
        <a:xfrm>
          <a:off x="2024248" y="2502999"/>
          <a:ext cx="726988" cy="440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BA108-EA49-4FEF-ADF6-5BDAD1C50307}">
      <dsp:nvSpPr>
        <dsp:cNvPr id="0" name=""/>
        <dsp:cNvSpPr/>
      </dsp:nvSpPr>
      <dsp:spPr>
        <a:xfrm>
          <a:off x="2166646" y="2638277"/>
          <a:ext cx="726988" cy="440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Arbiter</a:t>
          </a:r>
        </a:p>
      </dsp:txBody>
      <dsp:txXfrm>
        <a:off x="2179549" y="2651180"/>
        <a:ext cx="701182" cy="414729"/>
      </dsp:txXfrm>
    </dsp:sp>
    <dsp:sp modelId="{21761349-DDEE-4100-BDBA-18340A0F17E0}">
      <dsp:nvSpPr>
        <dsp:cNvPr id="0" name=""/>
        <dsp:cNvSpPr/>
      </dsp:nvSpPr>
      <dsp:spPr>
        <a:xfrm>
          <a:off x="1518356" y="3316261"/>
          <a:ext cx="726988" cy="4405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4DA67-6B96-47C5-B652-08FEA0002C19}">
      <dsp:nvSpPr>
        <dsp:cNvPr id="0" name=""/>
        <dsp:cNvSpPr/>
      </dsp:nvSpPr>
      <dsp:spPr>
        <a:xfrm>
          <a:off x="1660754" y="3451539"/>
          <a:ext cx="726988" cy="440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 err="1"/>
            <a:t>RoundRobin</a:t>
          </a:r>
          <a:endParaRPr lang="en-IN" sz="900" kern="1200" dirty="0"/>
        </a:p>
      </dsp:txBody>
      <dsp:txXfrm>
        <a:off x="1673657" y="3464442"/>
        <a:ext cx="701182" cy="414729"/>
      </dsp:txXfrm>
    </dsp:sp>
    <dsp:sp modelId="{B73D4303-DA33-4F0A-84C4-BCAB49A753F6}">
      <dsp:nvSpPr>
        <dsp:cNvPr id="0" name=""/>
        <dsp:cNvSpPr/>
      </dsp:nvSpPr>
      <dsp:spPr>
        <a:xfrm>
          <a:off x="2530140" y="3316261"/>
          <a:ext cx="726988" cy="4405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6821B-C60B-4B8C-A805-F4A5C008A64D}">
      <dsp:nvSpPr>
        <dsp:cNvPr id="0" name=""/>
        <dsp:cNvSpPr/>
      </dsp:nvSpPr>
      <dsp:spPr>
        <a:xfrm>
          <a:off x="2672538" y="3451539"/>
          <a:ext cx="726988" cy="440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Priority</a:t>
          </a:r>
        </a:p>
      </dsp:txBody>
      <dsp:txXfrm>
        <a:off x="2685441" y="3464442"/>
        <a:ext cx="701182" cy="414729"/>
      </dsp:txXfrm>
    </dsp:sp>
    <dsp:sp modelId="{0EB3E514-58AC-4C70-A60B-AD4792D83543}">
      <dsp:nvSpPr>
        <dsp:cNvPr id="0" name=""/>
        <dsp:cNvSpPr/>
      </dsp:nvSpPr>
      <dsp:spPr>
        <a:xfrm>
          <a:off x="3036032" y="2502999"/>
          <a:ext cx="726988" cy="440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CCDD9-8A8E-488C-B60B-BB16990C19D2}">
      <dsp:nvSpPr>
        <dsp:cNvPr id="0" name=""/>
        <dsp:cNvSpPr/>
      </dsp:nvSpPr>
      <dsp:spPr>
        <a:xfrm>
          <a:off x="3178430" y="2638277"/>
          <a:ext cx="726988" cy="440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Server</a:t>
          </a:r>
        </a:p>
      </dsp:txBody>
      <dsp:txXfrm>
        <a:off x="3191333" y="2651180"/>
        <a:ext cx="701182" cy="414729"/>
      </dsp:txXfrm>
    </dsp:sp>
    <dsp:sp modelId="{27EC8D72-511E-4669-A0FC-6CC9B7D2B442}">
      <dsp:nvSpPr>
        <dsp:cNvPr id="0" name=""/>
        <dsp:cNvSpPr/>
      </dsp:nvSpPr>
      <dsp:spPr>
        <a:xfrm>
          <a:off x="4047817" y="2502999"/>
          <a:ext cx="726988" cy="440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2B527-4969-4621-A8FA-5A7A1592F0E3}">
      <dsp:nvSpPr>
        <dsp:cNvPr id="0" name=""/>
        <dsp:cNvSpPr/>
      </dsp:nvSpPr>
      <dsp:spPr>
        <a:xfrm>
          <a:off x="4190214" y="2638277"/>
          <a:ext cx="726988" cy="440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Sink</a:t>
          </a:r>
        </a:p>
      </dsp:txBody>
      <dsp:txXfrm>
        <a:off x="4203117" y="2651180"/>
        <a:ext cx="701182" cy="4147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A7D1FB-DA05-4EE9-BCC7-03DEB68F5AF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64CF1-3586-4A54-BA92-154AF43CD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35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C64CF1-3586-4A54-BA92-154AF43CD7F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111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C915-43DD-BAD3-F6C1-9A3B5C202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75E98-1683-900B-F902-59E6E1E92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06CD3-2710-A9C6-0850-1AF8BC403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FD5B8-EAA1-C6EC-E7D1-D31C34F5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B7188-D1D7-D425-DE9E-5C2AE88C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23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B40F-D1FF-E38D-CB2E-29E7E8AA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80A45-5673-6311-6802-60745060E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AEB6-F00F-9AE0-5CA9-46564BA2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EA8AF-EAC3-FC00-626C-5DC4A522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A9184-474E-CFC6-1A05-766DD7B7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98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1834-D619-4E47-412D-1B4D346AB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76590-3906-ADEC-F3A8-87538EE63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C2A32-C808-3359-94A3-F90D7C67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1F868-A8AE-D167-8587-A6FFD1C0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B5E9D-2301-A35A-F9FB-E07D70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3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459AC-FAD0-985B-78C9-6397962F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C94FB-5470-198B-7E26-E21F73CFF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C7207-DD51-8331-47BF-F932B1DE2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349E8-283A-C3CC-EC53-CC30A078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284CA-959E-11B4-A9EC-D3D0B6DF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F5AB7-A15A-6AB6-8888-FF507D68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8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1D30-9B54-FE17-4D7D-20195729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EDE97-1DD7-35C6-43E6-E4D12FD1E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6F24F-078D-E4E7-92AD-66D4FD3E9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7D57B-D4EA-822E-7F19-C8BA8E9E3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2199D-EF3C-041F-1FB4-DD6BD73FF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DD388-D014-C5CB-E51C-2CD7A98A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403637-E01B-3DC4-E33F-3C7B71E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DE22E-A397-A6D8-EE42-41F3E59C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7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BDBD-37FC-6C05-7A53-BFAA108D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C0587-15B3-03D3-F019-C3206FBA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386F3-7317-98AF-4E5C-55C8D86BA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91E82-C746-3726-E6AE-15D76424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DE6B1-F76D-82C2-1004-78FADFAB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B89F0D-66CA-72D3-41B5-9B81DA25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90BE9-C854-E7A2-9AFB-B99AF558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9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9F97-7879-3729-6B1C-C680263C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2468C-2DC6-F32B-E393-00C64BCB4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392D1-5828-A4B2-BC9F-71978AEAC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59E9B-3A18-6660-5048-3DF31B59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0B27E-52BA-29E3-E25F-68E67767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9E9F9-0960-D86A-F4CB-42178123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69278-7065-C346-C6F6-02255CFCE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C032B-5781-736B-C65F-B2CBECF3A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8EC6B-C253-E05B-B069-A9D4116FC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08551-5D06-5250-9D1C-90F52159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0D1E7-E74E-D59E-2BFB-0059AD58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C4B7C-D3C0-EED7-B4D3-573078CF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2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3DD3-5ECA-0DFB-8B31-A488DFE1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0CC3B-29CA-1A9F-B260-CEF03739C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EC608-795D-9788-EA1C-474665202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EE3FF-5B4A-25EA-7D54-C60CE0B3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89225-31CB-8D6B-8968-26064ABF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A8EAF-F0C5-F8C9-07DC-8D140AC25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89C3C-3AED-E735-64B8-46A8B4055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36AF0-AA93-AAEA-77E8-66B84408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08DE5-FC65-AB86-3EF4-A5F7BFFB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51F4A-CFC9-ACB1-5EB1-022EABAC2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7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66A51-521C-2552-12E6-94F3FEC8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6BD1F-560D-911A-1788-56CE6CFF9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F14E6-EBF2-2392-C026-AC42E3D42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AE63B-6DFA-4D6B-A40C-7BC5DA7EEE4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20E6-DF92-89EB-E0EB-F7770F082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D5CBB-EB6B-81A8-D861-F7A8AC51F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A93E4-AAB8-4CF1-A8CF-017BEC79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0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92C8-DD01-1E1B-5774-737D1C63C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DSL Productization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56F0F-195C-F01A-2512-D3DB8BC38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7144" y="4270248"/>
            <a:ext cx="3279648" cy="950976"/>
          </a:xfrm>
        </p:spPr>
        <p:txBody>
          <a:bodyPr>
            <a:normAutofit/>
          </a:bodyPr>
          <a:lstStyle/>
          <a:p>
            <a:r>
              <a:rPr lang="en-US" sz="1800" dirty="0"/>
              <a:t>Anuparna Ganguly</a:t>
            </a:r>
          </a:p>
          <a:p>
            <a:r>
              <a:rPr lang="en-US" sz="1800" dirty="0">
                <a:solidFill>
                  <a:srgbClr val="00B050"/>
                </a:solidFill>
              </a:rPr>
              <a:t>04/08/2025</a:t>
            </a:r>
          </a:p>
        </p:txBody>
      </p:sp>
    </p:spTree>
    <p:extLst>
      <p:ext uri="{BB962C8B-B14F-4D97-AF65-F5344CB8AC3E}">
        <p14:creationId xmlns:p14="http://schemas.microsoft.com/office/powerpoint/2010/main" val="45677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FDC38-67EC-9BBC-2F35-020ED637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6253"/>
            <a:ext cx="11347704" cy="512699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Decoupling Analytical Model from DSL(Parsing)</a:t>
            </a:r>
            <a:endParaRPr lang="en-US" sz="3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3FF39C-0177-4BF6-4B0A-DA08A6BB773D}"/>
              </a:ext>
            </a:extLst>
          </p:cNvPr>
          <p:cNvSpPr/>
          <p:nvPr/>
        </p:nvSpPr>
        <p:spPr>
          <a:xfrm>
            <a:off x="1325880" y="1060704"/>
            <a:ext cx="850392" cy="5126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60FD6C-D82F-61E0-580C-CD92F04D6D86}"/>
              </a:ext>
            </a:extLst>
          </p:cNvPr>
          <p:cNvSpPr/>
          <p:nvPr/>
        </p:nvSpPr>
        <p:spPr>
          <a:xfrm>
            <a:off x="1042416" y="1938528"/>
            <a:ext cx="1417320" cy="32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Read .dot 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CF784-0DB7-E0B8-777F-A3AAE8C9D94F}"/>
              </a:ext>
            </a:extLst>
          </p:cNvPr>
          <p:cNvSpPr/>
          <p:nvPr/>
        </p:nvSpPr>
        <p:spPr>
          <a:xfrm>
            <a:off x="972312" y="2688335"/>
            <a:ext cx="1578864" cy="51269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Set data structure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7D2BAC6D-1FC1-F7F8-75A6-49B00CD946E3}"/>
              </a:ext>
            </a:extLst>
          </p:cNvPr>
          <p:cNvSpPr/>
          <p:nvPr/>
        </p:nvSpPr>
        <p:spPr>
          <a:xfrm>
            <a:off x="1197863" y="3586829"/>
            <a:ext cx="1353311" cy="612648"/>
          </a:xfrm>
          <a:prstGeom prst="flowChartDecision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i</a:t>
            </a:r>
            <a:r>
              <a:rPr lang="en-US" sz="1200" dirty="0"/>
              <a:t>&lt;999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BE6F3B-DD86-2EF5-1096-68F2271B6FDE}"/>
              </a:ext>
            </a:extLst>
          </p:cNvPr>
          <p:cNvSpPr/>
          <p:nvPr/>
        </p:nvSpPr>
        <p:spPr>
          <a:xfrm>
            <a:off x="1197864" y="4640580"/>
            <a:ext cx="1298448" cy="3749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Set rate &amp; 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F1B4AF-A6BA-F907-1DB1-359D3CBFBC11}"/>
              </a:ext>
            </a:extLst>
          </p:cNvPr>
          <p:cNvSpPr/>
          <p:nvPr/>
        </p:nvSpPr>
        <p:spPr>
          <a:xfrm>
            <a:off x="1197864" y="5321808"/>
            <a:ext cx="1298448" cy="7406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Invoke analytical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670E34-9B0B-926B-ED00-F624F59FEBAE}"/>
              </a:ext>
            </a:extLst>
          </p:cNvPr>
          <p:cNvSpPr/>
          <p:nvPr/>
        </p:nvSpPr>
        <p:spPr>
          <a:xfrm>
            <a:off x="2679192" y="4229100"/>
            <a:ext cx="1078992" cy="37490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</a:t>
            </a:r>
            <a:r>
              <a:rPr lang="en-US" dirty="0"/>
              <a:t>=i+1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2E15FF-7524-04C6-D863-F53F12D3FB5A}"/>
              </a:ext>
            </a:extLst>
          </p:cNvPr>
          <p:cNvSpPr/>
          <p:nvPr/>
        </p:nvSpPr>
        <p:spPr>
          <a:xfrm>
            <a:off x="1499616" y="6300216"/>
            <a:ext cx="850392" cy="4206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5D7010-EAE8-EEB4-E90C-92B3DE818A82}"/>
              </a:ext>
            </a:extLst>
          </p:cNvPr>
          <p:cNvSpPr/>
          <p:nvPr/>
        </p:nvSpPr>
        <p:spPr>
          <a:xfrm>
            <a:off x="118872" y="4229100"/>
            <a:ext cx="1078992" cy="3749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37EC1C-D354-1C70-335F-D15178396B9E}"/>
              </a:ext>
            </a:extLst>
          </p:cNvPr>
          <p:cNvCxnSpPr>
            <a:endCxn id="6" idx="0"/>
          </p:cNvCxnSpPr>
          <p:nvPr/>
        </p:nvCxnSpPr>
        <p:spPr>
          <a:xfrm>
            <a:off x="1751076" y="1573403"/>
            <a:ext cx="0" cy="365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055376-113C-3390-C2D1-7F2F3316878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751076" y="2258568"/>
            <a:ext cx="0" cy="429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0235B8-E593-E16C-B5A8-7620278FA81F}"/>
              </a:ext>
            </a:extLst>
          </p:cNvPr>
          <p:cNvCxnSpPr>
            <a:cxnSpLocks/>
          </p:cNvCxnSpPr>
          <p:nvPr/>
        </p:nvCxnSpPr>
        <p:spPr>
          <a:xfrm>
            <a:off x="1847088" y="3273552"/>
            <a:ext cx="0" cy="237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CE58D0-A826-47AE-F218-478AF0270395}"/>
              </a:ext>
            </a:extLst>
          </p:cNvPr>
          <p:cNvCxnSpPr/>
          <p:nvPr/>
        </p:nvCxnSpPr>
        <p:spPr>
          <a:xfrm>
            <a:off x="1847088" y="4229100"/>
            <a:ext cx="0" cy="374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E5149E-FED8-4773-B63C-CB6861A1166B}"/>
              </a:ext>
            </a:extLst>
          </p:cNvPr>
          <p:cNvCxnSpPr>
            <a:endCxn id="10" idx="0"/>
          </p:cNvCxnSpPr>
          <p:nvPr/>
        </p:nvCxnSpPr>
        <p:spPr>
          <a:xfrm>
            <a:off x="1847088" y="5015484"/>
            <a:ext cx="0" cy="306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017A1CD-50E3-F287-FAFD-8713CAA298D3}"/>
              </a:ext>
            </a:extLst>
          </p:cNvPr>
          <p:cNvCxnSpPr>
            <a:endCxn id="12" idx="0"/>
          </p:cNvCxnSpPr>
          <p:nvPr/>
        </p:nvCxnSpPr>
        <p:spPr>
          <a:xfrm>
            <a:off x="1924812" y="6062472"/>
            <a:ext cx="0" cy="237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F3BD5C9-4D23-E143-94A5-5A5E33C17562}"/>
              </a:ext>
            </a:extLst>
          </p:cNvPr>
          <p:cNvCxnSpPr/>
          <p:nvPr/>
        </p:nvCxnSpPr>
        <p:spPr>
          <a:xfrm rot="5400000" flipH="1" flipV="1">
            <a:off x="2338578" y="4825746"/>
            <a:ext cx="1184148" cy="813816"/>
          </a:xfrm>
          <a:prstGeom prst="bentConnector3">
            <a:avLst>
              <a:gd name="adj1" fmla="val -1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9926787-673F-A872-F531-FFDDEDD340A9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7200" y="3893152"/>
            <a:ext cx="621792" cy="335947"/>
          </a:xfrm>
          <a:prstGeom prst="bentConnector3">
            <a:avLst>
              <a:gd name="adj1" fmla="val 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B025F8D-27E6-6D4F-3354-995102520ED0}"/>
              </a:ext>
            </a:extLst>
          </p:cNvPr>
          <p:cNvCxnSpPr/>
          <p:nvPr/>
        </p:nvCxnSpPr>
        <p:spPr>
          <a:xfrm rot="10800000">
            <a:off x="2679192" y="3893153"/>
            <a:ext cx="658368" cy="306325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014FBBB-DAE9-DD79-30C2-BFC32E0913D1}"/>
              </a:ext>
            </a:extLst>
          </p:cNvPr>
          <p:cNvSpPr txBox="1"/>
          <p:nvPr/>
        </p:nvSpPr>
        <p:spPr>
          <a:xfrm>
            <a:off x="566928" y="3624627"/>
            <a:ext cx="585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F785E93-762F-EA66-9230-74CB58EC3BAC}"/>
              </a:ext>
            </a:extLst>
          </p:cNvPr>
          <p:cNvCxnSpPr/>
          <p:nvPr/>
        </p:nvCxnSpPr>
        <p:spPr>
          <a:xfrm>
            <a:off x="2825496" y="2098548"/>
            <a:ext cx="1408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468EA64-F822-4DBB-B6E1-97BC2153BE90}"/>
              </a:ext>
            </a:extLst>
          </p:cNvPr>
          <p:cNvSpPr txBox="1"/>
          <p:nvPr/>
        </p:nvSpPr>
        <p:spPr>
          <a:xfrm>
            <a:off x="4459705" y="1479971"/>
            <a:ext cx="24223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Lexer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Token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Parser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ParseTree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Visit Node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Visit Edge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sp>
        <p:nvSpPr>
          <p:cNvPr id="58" name="Left Brace 57">
            <a:extLst>
              <a:ext uri="{FF2B5EF4-FFF2-40B4-BE49-F238E27FC236}">
                <a16:creationId xmlns:a16="http://schemas.microsoft.com/office/drawing/2014/main" id="{A87E8DD2-73DA-9C43-59B2-72E93507C0FF}"/>
              </a:ext>
            </a:extLst>
          </p:cNvPr>
          <p:cNvSpPr/>
          <p:nvPr/>
        </p:nvSpPr>
        <p:spPr>
          <a:xfrm>
            <a:off x="4233672" y="1573403"/>
            <a:ext cx="226033" cy="150812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c 59" descr="World outline">
            <a:extLst>
              <a:ext uri="{FF2B5EF4-FFF2-40B4-BE49-F238E27FC236}">
                <a16:creationId xmlns:a16="http://schemas.microsoft.com/office/drawing/2014/main" id="{EAF089EE-EFE6-618F-4579-430649497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9557" y="3061005"/>
            <a:ext cx="1211581" cy="1142996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F220EE9-94CF-537B-36D2-3AF4E66622C7}"/>
              </a:ext>
            </a:extLst>
          </p:cNvPr>
          <p:cNvSpPr txBox="1"/>
          <p:nvPr/>
        </p:nvSpPr>
        <p:spPr>
          <a:xfrm>
            <a:off x="5086632" y="4229099"/>
            <a:ext cx="31363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Get each node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Get corresponding Node’s attributes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Create primitives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Put it in data 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Get source, destination, </a:t>
            </a:r>
            <a:r>
              <a:rPr lang="en-US" sz="1600" dirty="0" err="1"/>
              <a:t>junction_name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Put it in data structure</a:t>
            </a:r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311F9B08-6D61-CC85-796F-74AEAC9DA63F}"/>
              </a:ext>
            </a:extLst>
          </p:cNvPr>
          <p:cNvSpPr/>
          <p:nvPr/>
        </p:nvSpPr>
        <p:spPr>
          <a:xfrm>
            <a:off x="4887310" y="4172320"/>
            <a:ext cx="226033" cy="201387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931714B8-6AB9-088A-A2D2-6C811D934134}"/>
              </a:ext>
            </a:extLst>
          </p:cNvPr>
          <p:cNvCxnSpPr>
            <a:cxnSpLocks/>
          </p:cNvCxnSpPr>
          <p:nvPr/>
        </p:nvCxnSpPr>
        <p:spPr>
          <a:xfrm>
            <a:off x="2664031" y="2944684"/>
            <a:ext cx="2292338" cy="1790715"/>
          </a:xfrm>
          <a:prstGeom prst="bentConnector3">
            <a:avLst>
              <a:gd name="adj1" fmla="val 599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A0405ED9-51E8-C762-4CCC-32FD9002C402}"/>
              </a:ext>
            </a:extLst>
          </p:cNvPr>
          <p:cNvCxnSpPr>
            <a:cxnSpLocks/>
          </p:cNvCxnSpPr>
          <p:nvPr/>
        </p:nvCxnSpPr>
        <p:spPr>
          <a:xfrm>
            <a:off x="5867881" y="2655686"/>
            <a:ext cx="2332041" cy="425838"/>
          </a:xfrm>
          <a:prstGeom prst="bentConnector3">
            <a:avLst>
              <a:gd name="adj1" fmla="val 1001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50B0C45D-AD76-EA45-0BD7-E3CA36D2D1A7}"/>
              </a:ext>
            </a:extLst>
          </p:cNvPr>
          <p:cNvCxnSpPr/>
          <p:nvPr/>
        </p:nvCxnSpPr>
        <p:spPr>
          <a:xfrm>
            <a:off x="5779008" y="2868605"/>
            <a:ext cx="2176272" cy="332429"/>
          </a:xfrm>
          <a:prstGeom prst="bentConnector3">
            <a:avLst>
              <a:gd name="adj1" fmla="val 1004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47B5DCE2-3F2E-6C3E-7BDA-D21DC23BE906}"/>
              </a:ext>
            </a:extLst>
          </p:cNvPr>
          <p:cNvCxnSpPr/>
          <p:nvPr/>
        </p:nvCxnSpPr>
        <p:spPr>
          <a:xfrm rot="10800000" flipV="1">
            <a:off x="6867144" y="4046314"/>
            <a:ext cx="1088136" cy="370237"/>
          </a:xfrm>
          <a:prstGeom prst="bentConnector3">
            <a:avLst>
              <a:gd name="adj1" fmla="val -54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73286FB2-0EE3-13B0-17EC-393447401806}"/>
              </a:ext>
            </a:extLst>
          </p:cNvPr>
          <p:cNvCxnSpPr/>
          <p:nvPr/>
        </p:nvCxnSpPr>
        <p:spPr>
          <a:xfrm rot="5400000">
            <a:off x="7167346" y="4511013"/>
            <a:ext cx="1631015" cy="731239"/>
          </a:xfrm>
          <a:prstGeom prst="bentConnector3">
            <a:avLst>
              <a:gd name="adj1" fmla="val 998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32CC38B4-6BAA-1F3F-0A62-AD2876114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4" y="1027084"/>
            <a:ext cx="3476966" cy="2007735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B4C8EB3E-7630-13B5-7348-993459AF69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8814" y="3584640"/>
            <a:ext cx="3136392" cy="313620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9A655008-2EC7-7D4E-E76B-D67A1914438B}"/>
              </a:ext>
            </a:extLst>
          </p:cNvPr>
          <p:cNvSpPr txBox="1"/>
          <p:nvPr/>
        </p:nvSpPr>
        <p:spPr>
          <a:xfrm>
            <a:off x="6170836" y="2332323"/>
            <a:ext cx="1874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Node and Attributes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C437D29-CF2D-CB1F-47B4-E328BA3FC8AB}"/>
              </a:ext>
            </a:extLst>
          </p:cNvPr>
          <p:cNvSpPr txBox="1"/>
          <p:nvPr/>
        </p:nvSpPr>
        <p:spPr>
          <a:xfrm>
            <a:off x="5942479" y="2877109"/>
            <a:ext cx="2176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Source, destination, junction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A8BA612-E705-CB6D-3608-C355178536A3}"/>
              </a:ext>
            </a:extLst>
          </p:cNvPr>
          <p:cNvSpPr txBox="1"/>
          <p:nvPr/>
        </p:nvSpPr>
        <p:spPr>
          <a:xfrm>
            <a:off x="6323560" y="4038868"/>
            <a:ext cx="1874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Node and Attributes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D2F9893-4AE3-627E-7845-A9B4ECA92DBF}"/>
              </a:ext>
            </a:extLst>
          </p:cNvPr>
          <p:cNvSpPr txBox="1"/>
          <p:nvPr/>
        </p:nvSpPr>
        <p:spPr>
          <a:xfrm rot="5400000" flipV="1">
            <a:off x="7297774" y="4550571"/>
            <a:ext cx="14951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Source, destination, junction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59A876A-6ABF-C37E-EA92-49D9C6E6FC4A}"/>
              </a:ext>
            </a:extLst>
          </p:cNvPr>
          <p:cNvSpPr txBox="1"/>
          <p:nvPr/>
        </p:nvSpPr>
        <p:spPr>
          <a:xfrm>
            <a:off x="2930652" y="1755965"/>
            <a:ext cx="1098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</a:rPr>
              <a:t>dot_lang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CA677FF-009A-0EB4-CAB6-8C63BB5C95B1}"/>
              </a:ext>
            </a:extLst>
          </p:cNvPr>
          <p:cNvSpPr txBox="1"/>
          <p:nvPr/>
        </p:nvSpPr>
        <p:spPr>
          <a:xfrm>
            <a:off x="10230996" y="1191491"/>
            <a:ext cx="12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Network.h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46D3CB0-D78E-1685-FC07-561B473B3CA4}"/>
              </a:ext>
            </a:extLst>
          </p:cNvPr>
          <p:cNvSpPr txBox="1"/>
          <p:nvPr/>
        </p:nvSpPr>
        <p:spPr>
          <a:xfrm>
            <a:off x="10668000" y="3805382"/>
            <a:ext cx="957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Node.h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93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720E-5E17-A045-4733-58D5942A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237109"/>
            <a:ext cx="11274552" cy="567563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Updates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066657-FB4C-013C-772A-6B22646F9F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0018" y="683594"/>
          <a:ext cx="4917884" cy="4782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B5C9B3-B481-84D2-804C-7347A7511DDC}"/>
              </a:ext>
            </a:extLst>
          </p:cNvPr>
          <p:cNvCxnSpPr/>
          <p:nvPr/>
        </p:nvCxnSpPr>
        <p:spPr>
          <a:xfrm flipV="1">
            <a:off x="2880360" y="2167128"/>
            <a:ext cx="329184" cy="1463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C1CE3F-26EB-BD50-BE98-E7AF2F910F2A}"/>
              </a:ext>
            </a:extLst>
          </p:cNvPr>
          <p:cNvCxnSpPr/>
          <p:nvPr/>
        </p:nvCxnSpPr>
        <p:spPr>
          <a:xfrm>
            <a:off x="2889504" y="2185416"/>
            <a:ext cx="301752" cy="1188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E7F6DB-84D9-8CB0-515C-19901C5E6337}"/>
              </a:ext>
            </a:extLst>
          </p:cNvPr>
          <p:cNvCxnSpPr/>
          <p:nvPr/>
        </p:nvCxnSpPr>
        <p:spPr>
          <a:xfrm>
            <a:off x="3685032" y="1929384"/>
            <a:ext cx="804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0D04C60-067E-374B-2766-658D55442437}"/>
              </a:ext>
            </a:extLst>
          </p:cNvPr>
          <p:cNvSpPr txBox="1"/>
          <p:nvPr/>
        </p:nvSpPr>
        <p:spPr>
          <a:xfrm>
            <a:off x="4648200" y="1783080"/>
            <a:ext cx="1097280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dot_lang</a:t>
            </a:r>
            <a:endParaRPr lang="en-US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7C349985-A806-57E2-CF01-03187C6AEE60}"/>
              </a:ext>
            </a:extLst>
          </p:cNvPr>
          <p:cNvSpPr/>
          <p:nvPr/>
        </p:nvSpPr>
        <p:spPr>
          <a:xfrm>
            <a:off x="5759196" y="2532888"/>
            <a:ext cx="257556" cy="2798064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0A5999-288C-5540-13C6-8BFA10562AF7}"/>
              </a:ext>
            </a:extLst>
          </p:cNvPr>
          <p:cNvSpPr txBox="1"/>
          <p:nvPr/>
        </p:nvSpPr>
        <p:spPr>
          <a:xfrm>
            <a:off x="6016752" y="3745619"/>
            <a:ext cx="1911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Analytical_Model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1F4A12-2E45-AAFB-3160-5F70721F2D90}"/>
              </a:ext>
            </a:extLst>
          </p:cNvPr>
          <p:cNvSpPr txBox="1"/>
          <p:nvPr/>
        </p:nvSpPr>
        <p:spPr>
          <a:xfrm>
            <a:off x="6478048" y="935551"/>
            <a:ext cx="5255228" cy="2323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1" dirty="0">
                <a:highlight>
                  <a:srgbClr val="FFFF00"/>
                </a:highlight>
              </a:rPr>
              <a:t>Primitive</a:t>
            </a:r>
            <a:r>
              <a:rPr lang="en-US" sz="1400" dirty="0"/>
              <a:t>  is no longer inherited from </a:t>
            </a:r>
            <a:r>
              <a:rPr lang="en-US" sz="1400" b="1" dirty="0">
                <a:highlight>
                  <a:srgbClr val="FFFF00"/>
                </a:highlight>
              </a:rPr>
              <a:t>Node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All Primitives belongs to </a:t>
            </a:r>
            <a:r>
              <a:rPr lang="en-US" sz="1400" b="1" dirty="0" err="1">
                <a:highlight>
                  <a:srgbClr val="FFFF00"/>
                </a:highlight>
              </a:rPr>
              <a:t>Analytical_Model</a:t>
            </a:r>
            <a:r>
              <a:rPr lang="en-US" sz="1400" b="1" dirty="0">
                <a:highlight>
                  <a:srgbClr val="FFFF00"/>
                </a:highlight>
              </a:rPr>
              <a:t> </a:t>
            </a:r>
            <a:r>
              <a:rPr lang="en-US" sz="1400" dirty="0"/>
              <a:t>namespace instead of </a:t>
            </a:r>
            <a:r>
              <a:rPr lang="en-US" sz="1400" dirty="0" err="1"/>
              <a:t>dot_lang</a:t>
            </a:r>
            <a:r>
              <a:rPr lang="en-US" sz="1400" dirty="0"/>
              <a:t> 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A new method </a:t>
            </a:r>
            <a:r>
              <a:rPr lang="en-US" sz="1400" b="1" dirty="0" err="1">
                <a:highlight>
                  <a:srgbClr val="FFFF00"/>
                </a:highlight>
              </a:rPr>
              <a:t>setDataStructure</a:t>
            </a:r>
            <a:r>
              <a:rPr lang="en-US" sz="1400" b="1" dirty="0">
                <a:highlight>
                  <a:srgbClr val="FFFF00"/>
                </a:highlight>
              </a:rPr>
              <a:t>()  </a:t>
            </a:r>
            <a:r>
              <a:rPr lang="en-US" sz="1400" dirty="0"/>
              <a:t>is introduced to organize internal data structure.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Output of the model is now </a:t>
            </a:r>
            <a:r>
              <a:rPr lang="en-US" sz="1400" dirty="0">
                <a:highlight>
                  <a:srgbClr val="FFFF00"/>
                </a:highlight>
              </a:rPr>
              <a:t>matched</a:t>
            </a:r>
            <a:r>
              <a:rPr lang="en-US" sz="1400" dirty="0"/>
              <a:t> and validated against previous results for correctness.</a:t>
            </a:r>
          </a:p>
        </p:txBody>
      </p:sp>
      <p:pic>
        <p:nvPicPr>
          <p:cNvPr id="20" name="Picture 19" descr="A black and white image of a diagram&#10;&#10;AI-generated content may be incorrect.">
            <a:extLst>
              <a:ext uri="{FF2B5EF4-FFF2-40B4-BE49-F238E27FC236}">
                <a16:creationId xmlns:a16="http://schemas.microsoft.com/office/drawing/2014/main" id="{6408955D-9E65-3DB2-806E-96FD830C62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24" y="5300442"/>
            <a:ext cx="11611896" cy="13347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931F7B-C3FE-22AB-DC48-C7287E3CDB2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6921"/>
          <a:stretch>
            <a:fillRect/>
          </a:stretch>
        </p:blipFill>
        <p:spPr>
          <a:xfrm>
            <a:off x="7672139" y="3429000"/>
            <a:ext cx="4061137" cy="173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9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C42B-D4BA-8741-1515-AF88932F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66" y="365126"/>
            <a:ext cx="11220868" cy="65743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Runtime initialization of </a:t>
            </a:r>
            <a:r>
              <a:rPr lang="en-US" sz="3200" dirty="0" err="1">
                <a:solidFill>
                  <a:srgbClr val="FFC000"/>
                </a:solidFill>
              </a:rPr>
              <a:t>injection_rate</a:t>
            </a:r>
            <a:r>
              <a:rPr lang="en-US" sz="3200" dirty="0">
                <a:solidFill>
                  <a:srgbClr val="FFC000"/>
                </a:solidFill>
              </a:rPr>
              <a:t> and </a:t>
            </a:r>
            <a:r>
              <a:rPr lang="en-US" sz="3200" dirty="0" err="1">
                <a:solidFill>
                  <a:srgbClr val="FFC000"/>
                </a:solidFill>
              </a:rPr>
              <a:t>coeff_var</a:t>
            </a:r>
            <a:endParaRPr lang="en-US" sz="3200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BC275-5C5D-2DAE-F510-E2EC253C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510" y="3429000"/>
            <a:ext cx="5811668" cy="3029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B66C48-B6BB-72ED-76B3-F472AB4F3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66" y="1246300"/>
            <a:ext cx="5298679" cy="5246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51E7A5-67B5-D1FE-D295-676575B52F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921"/>
          <a:stretch>
            <a:fillRect/>
          </a:stretch>
        </p:blipFill>
        <p:spPr>
          <a:xfrm>
            <a:off x="6096000" y="1246301"/>
            <a:ext cx="5610434" cy="19861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822A60-7B49-8B69-ECDC-05F34D19E447}"/>
              </a:ext>
            </a:extLst>
          </p:cNvPr>
          <p:cNvSpPr txBox="1"/>
          <p:nvPr/>
        </p:nvSpPr>
        <p:spPr>
          <a:xfrm>
            <a:off x="2654710" y="4955458"/>
            <a:ext cx="177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CFBE65-E195-EF3B-C4BB-26DB07207EAB}"/>
              </a:ext>
            </a:extLst>
          </p:cNvPr>
          <p:cNvSpPr txBox="1"/>
          <p:nvPr/>
        </p:nvSpPr>
        <p:spPr>
          <a:xfrm>
            <a:off x="9542206" y="1870654"/>
            <a:ext cx="177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 before </a:t>
            </a:r>
            <a:r>
              <a:rPr lang="en-US" dirty="0" err="1">
                <a:solidFill>
                  <a:schemeClr val="bg1"/>
                </a:solidFill>
              </a:rPr>
              <a:t>updation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82C543-750A-84BB-09F5-A2760079D1E6}"/>
              </a:ext>
            </a:extLst>
          </p:cNvPr>
          <p:cNvSpPr txBox="1"/>
          <p:nvPr/>
        </p:nvSpPr>
        <p:spPr>
          <a:xfrm>
            <a:off x="9660193" y="4586126"/>
            <a:ext cx="177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 after </a:t>
            </a:r>
            <a:r>
              <a:rPr lang="en-US" dirty="0" err="1">
                <a:solidFill>
                  <a:schemeClr val="bg1"/>
                </a:solidFill>
              </a:rPr>
              <a:t>updation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7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0A93-8C42-7379-C7C2-DED7AE8D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20" y="493267"/>
            <a:ext cx="10888579" cy="55841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B23EA-430D-7C60-A30A-046E2717C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20" y="1658477"/>
            <a:ext cx="10888579" cy="4351338"/>
          </a:xfrm>
        </p:spPr>
        <p:txBody>
          <a:bodyPr>
            <a:normAutofit/>
          </a:bodyPr>
          <a:lstStyle/>
          <a:p>
            <a:r>
              <a:rPr lang="en-US" sz="1600" dirty="0"/>
              <a:t>Make traffic-specific parameters optional in the DSL and initialize them only if present.</a:t>
            </a:r>
          </a:p>
          <a:p>
            <a:r>
              <a:rPr lang="en-US" sz="1600" dirty="0"/>
              <a:t>Default values for optional node attributes.</a:t>
            </a:r>
          </a:p>
          <a:p>
            <a:r>
              <a:rPr lang="en-US" sz="1600" dirty="0"/>
              <a:t>Improve unit test coverage to at least 90%, covering new logic and edge cases.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8550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FA5287-14CB-4951-8027-A0CA59BDB694}">
  <ds:schemaRefs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cf6b262d-64b1-48de-8710-0fc3c93bfca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595A3D3-15A3-4BB6-99CE-E5953D55E5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B80783-76EA-4CCD-AC4A-F67A744567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224</Words>
  <Application>Microsoft Office PowerPoint</Application>
  <PresentationFormat>Widescreen</PresentationFormat>
  <Paragraphs>58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Wingdings</vt:lpstr>
      <vt:lpstr>Office Theme</vt:lpstr>
      <vt:lpstr>DSL Productization</vt:lpstr>
      <vt:lpstr>Decoupling Analytical Model from DSL(Parsing)</vt:lpstr>
      <vt:lpstr>Updates</vt:lpstr>
      <vt:lpstr>Runtime initialization of injection_rate and coeff_var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1</cp:revision>
  <dcterms:created xsi:type="dcterms:W3CDTF">2025-08-04T15:02:45Z</dcterms:created>
  <dcterms:modified xsi:type="dcterms:W3CDTF">2025-08-04T16:53:02Z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