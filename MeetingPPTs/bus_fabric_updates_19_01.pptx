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59898-E8B6-59A9-B61E-2ED5B7FFFEE0}" v="2" dt="2026-01-20T09:03:58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8711-A054-43DD-0F1C-66EEA483D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BEA90-D8B5-3D22-FCC6-9E1D37550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1A245-5B97-4812-C1C2-E9239F89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60E1-2183-BF0F-B30F-DFB6FF91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B19E-47FE-753C-EE0B-CBDEEA2F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9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4E8F-7DF0-CB1E-F960-32368CA9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07F2-4C17-92AD-DD52-FB2246808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53D5-F549-D256-9422-60E5429B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B4052-A81A-CCCD-E277-8BD89DF3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2D6C9-2CD7-7608-A52C-028B190C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3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5D54-9817-5450-F9CF-7958E909B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05A53-ACE9-F07B-4C8F-54379A5A2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672D3-B106-21BB-8DB9-119D2C997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6444-554F-C65E-D996-61807DA5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5666F-23BF-045A-43CE-2DEBB26E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8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1ACC-28C0-8EBB-FA34-AA71B9BD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84520-AACA-7ABE-DA63-E68FDC4A7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2708E-D09B-0F98-1AA5-674D391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9B14F-377A-945F-BABD-C85C2B0E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B9CDB-5717-BC11-FEB3-3D67331D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D627E-6A48-C5A2-99A6-2F1A8C92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9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10EA-C04A-F2A7-FEE9-46690AAC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DC83C-26BC-6D1B-60F6-8C7C95BA5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85A45-1510-EDC8-A4D4-E7897701F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08DD8-B7DC-75B1-F909-A663A12DA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8A88F-4F3C-1781-1E03-BE13DBE61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74149-B633-1668-4DA4-DD70AF7D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EB88E-9E4F-3E14-E847-C4C31E8F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41C76-233E-EC04-0E1D-CBE528F0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B7D8-E89F-510C-92E0-AEA9D53B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CF4525-B7A0-5BE9-05A3-413ED3E7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BB970-5EFE-27C9-92A2-21420A22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80D70-F17F-E07B-04B5-F514413B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6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02428-C762-620D-3D2D-974140BF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08224-9DAA-76D4-1514-B7461A5C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FEF10-E2B5-CBA4-FC96-7C18F135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0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266F-F3FC-682C-5173-2E2CCB5A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798FE-A4E7-ACFC-BA38-E40628DA1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ADA9A-E884-0557-4249-15D3E07D6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93924-8F36-B17D-A862-5E7910F5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BC0A8-38B7-2F5B-2D5B-4B1BC2C8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1A1C0-2BDF-7004-D940-B955B681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7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9295-8D2F-B937-7DF3-6C1CBC1E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93966-BC3D-F37F-33EB-801D60128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0C8EA-9F96-1679-69F9-42A1B2CF7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CACDC-0D0A-3862-F687-622C9831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5C7C5-0A8E-F9DB-8C87-12BC261D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11BAA-2F48-AF29-2191-52D3088B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1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4E27-0A0A-B735-FC8E-3E30FBDA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F0237-1EB6-86F2-EF61-0958393EE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21B49-C77A-0D5C-E361-A9338EA6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24812-5DD2-22B5-0617-41C2D4DA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24ABD-2735-7DE1-FF90-EAC938BB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3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288FD-2A06-FB07-BD6C-E30B8417E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0E128-7E32-E0E7-C52C-FAA52B4FA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96581-3C6F-398C-3BE6-BA7B96B6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DC088-505F-7692-ECE4-9E9375C0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F1D9-74B7-B489-3369-8E00CB90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1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2346F-7ED6-0343-8277-D6976526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E90AE-A622-DE4C-D7A2-B12E8D9BD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FED21-86A5-E3B5-5BB7-574071DFD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97BC0-64E0-4A3A-A617-F41EC061199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CDB1-9761-DFA5-B9DD-B643A673C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9EC03-7C6D-D70C-268F-8F9FFE536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C7021-320B-411B-AD0E-DE990F6E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7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53FE-DC70-750B-4A02-A13991354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Updates on Modeling </a:t>
            </a:r>
            <a:r>
              <a:rPr lang="en-US" dirty="0">
                <a:latin typeface="Aptos Display"/>
                <a:cs typeface="Arial"/>
              </a:rPr>
              <a:t>Bus-based Fabric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29AC0-BCF2-05E3-D3C3-2711AFE8A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2944" y="4014216"/>
            <a:ext cx="3730752" cy="1197864"/>
          </a:xfrm>
        </p:spPr>
        <p:txBody>
          <a:bodyPr>
            <a:normAutofit/>
          </a:bodyPr>
          <a:lstStyle/>
          <a:p>
            <a:r>
              <a:rPr lang="en-US" dirty="0"/>
              <a:t>Anuparna and Rahul</a:t>
            </a:r>
          </a:p>
          <a:p>
            <a:r>
              <a:rPr lang="en-US" b="1" dirty="0">
                <a:solidFill>
                  <a:srgbClr val="00B050"/>
                </a:solidFill>
              </a:rPr>
              <a:t>19</a:t>
            </a:r>
            <a:r>
              <a:rPr lang="en-US" b="1" baseline="30000" dirty="0">
                <a:solidFill>
                  <a:srgbClr val="00B050"/>
                </a:solidFill>
              </a:rPr>
              <a:t>th</a:t>
            </a:r>
            <a:r>
              <a:rPr lang="en-US" b="1" dirty="0">
                <a:solidFill>
                  <a:srgbClr val="00B050"/>
                </a:solidFill>
              </a:rPr>
              <a:t> Jan 2026</a:t>
            </a:r>
          </a:p>
        </p:txBody>
      </p:sp>
    </p:spTree>
    <p:extLst>
      <p:ext uri="{BB962C8B-B14F-4D97-AF65-F5344CB8AC3E}">
        <p14:creationId xmlns:p14="http://schemas.microsoft.com/office/powerpoint/2010/main" val="153014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5099-796B-0E5A-FEB3-1F5BB800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5DA86-F507-E272-1668-6B8856CFE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Modeling</a:t>
            </a:r>
            <a:r>
              <a:rPr lang="en-IN" dirty="0"/>
              <a:t> bus-based fabric in DSL</a:t>
            </a:r>
          </a:p>
          <a:p>
            <a:r>
              <a:rPr lang="en-IN" dirty="0"/>
              <a:t>Status of simulator for bus-based fabric</a:t>
            </a:r>
          </a:p>
        </p:txBody>
      </p:sp>
    </p:spTree>
    <p:extLst>
      <p:ext uri="{BB962C8B-B14F-4D97-AF65-F5344CB8AC3E}">
        <p14:creationId xmlns:p14="http://schemas.microsoft.com/office/powerpoint/2010/main" val="46285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EFAFD5-DA1E-240B-BBBE-2C37D4C08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5005137"/>
            <a:ext cx="11551920" cy="163211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AB21DD-C921-10FD-7A41-B5E9D959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27" y="653442"/>
            <a:ext cx="5746130" cy="2770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8430DF-B28F-01C5-B8E0-40FE1D801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705" y="3641785"/>
            <a:ext cx="4364255" cy="12003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DE19D3-6298-7876-E4FB-DDFB8253E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168" y="287455"/>
            <a:ext cx="4769327" cy="3130816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548A64E4-813D-5685-7CB0-0186D92F200E}"/>
              </a:ext>
            </a:extLst>
          </p:cNvPr>
          <p:cNvSpPr/>
          <p:nvPr/>
        </p:nvSpPr>
        <p:spPr>
          <a:xfrm>
            <a:off x="3401568" y="4679068"/>
            <a:ext cx="292608" cy="3260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F7E96-0604-D518-EF81-B715F99692FD}"/>
              </a:ext>
            </a:extLst>
          </p:cNvPr>
          <p:cNvSpPr/>
          <p:nvPr/>
        </p:nvSpPr>
        <p:spPr>
          <a:xfrm>
            <a:off x="9336024" y="2295144"/>
            <a:ext cx="2404872" cy="4788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Converted to .dot 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BBE405-4A17-DB4F-BC66-15554140E367}"/>
              </a:ext>
            </a:extLst>
          </p:cNvPr>
          <p:cNvSpPr/>
          <p:nvPr/>
        </p:nvSpPr>
        <p:spPr>
          <a:xfrm>
            <a:off x="8191582" y="4902583"/>
            <a:ext cx="3549314" cy="326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verified on pen and paper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1859C0D-71C5-E73F-099E-0517F969689F}"/>
              </a:ext>
            </a:extLst>
          </p:cNvPr>
          <p:cNvSpPr/>
          <p:nvPr/>
        </p:nvSpPr>
        <p:spPr>
          <a:xfrm>
            <a:off x="9543527" y="3341876"/>
            <a:ext cx="292608" cy="3260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AB6A3-C539-F6AD-7F93-892161E32D17}"/>
              </a:ext>
            </a:extLst>
          </p:cNvPr>
          <p:cNvSpPr txBox="1"/>
          <p:nvPr/>
        </p:nvSpPr>
        <p:spPr>
          <a:xfrm>
            <a:off x="224110" y="3429000"/>
            <a:ext cx="715413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BF has arbitration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Each BFs(BF0, BF1, BF2, BF3) causes </a:t>
            </a:r>
            <a:r>
              <a:rPr lang="en-US" altLang="en-US" sz="1400" dirty="0">
                <a:solidFill>
                  <a:srgbClr val="00B050"/>
                </a:solidFill>
                <a:latin typeface="Arial" panose="020B0604020202020204" pitchFamily="34" charset="0"/>
              </a:rPr>
              <a:t>1 cycle delay </a:t>
            </a:r>
            <a:r>
              <a:rPr lang="en-US" altLang="en-US" sz="1400" dirty="0">
                <a:latin typeface="Arial" panose="020B0604020202020204" pitchFamily="34" charset="0"/>
              </a:rPr>
              <a:t>(from input port to output) in addition to the arbitration. If no arbitration at a said BF, then assume delay = 1 cycle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>
                <a:latin typeface="Arial" panose="020B0604020202020204" pitchFamily="34" charset="0"/>
              </a:rPr>
              <a:t>Zero_load</a:t>
            </a:r>
            <a:r>
              <a:rPr lang="en-US" altLang="en-US" sz="1400" dirty="0">
                <a:latin typeface="Arial" panose="020B0604020202020204" pitchFamily="34" charset="0"/>
              </a:rPr>
              <a:t> = 1.0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0FEC3E-C264-2D5B-5F74-595BD3F1D6FB}"/>
              </a:ext>
            </a:extLst>
          </p:cNvPr>
          <p:cNvSpPr txBox="1"/>
          <p:nvPr/>
        </p:nvSpPr>
        <p:spPr>
          <a:xfrm>
            <a:off x="4169664" y="832104"/>
            <a:ext cx="192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Input from Intel</a:t>
            </a:r>
          </a:p>
        </p:txBody>
      </p:sp>
    </p:spTree>
    <p:extLst>
      <p:ext uri="{BB962C8B-B14F-4D97-AF65-F5344CB8AC3E}">
        <p14:creationId xmlns:p14="http://schemas.microsoft.com/office/powerpoint/2010/main" val="102176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F592-803D-E906-A188-C6240538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Status of Simulator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26A2B-F5B2-7070-7476-B7288CBFD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 existing bus-based simulator for our use case</a:t>
            </a:r>
          </a:p>
          <a:p>
            <a:r>
              <a:rPr lang="en-IN" dirty="0"/>
              <a:t>The closest we could find is PCISIM [1], which is very outdated</a:t>
            </a:r>
          </a:p>
          <a:p>
            <a:r>
              <a:rPr lang="en-IN" dirty="0"/>
              <a:t>Short term: Make a cycle accurate simulator for the configuration shown in the previous slide and verify</a:t>
            </a:r>
          </a:p>
          <a:p>
            <a:r>
              <a:rPr lang="en-IN" dirty="0"/>
              <a:t>Long term: Modifying </a:t>
            </a:r>
            <a:r>
              <a:rPr lang="en-IN" dirty="0" err="1"/>
              <a:t>BookSim</a:t>
            </a:r>
            <a:endParaRPr lang="en-IN" dirty="0"/>
          </a:p>
          <a:p>
            <a:pPr lvl="1"/>
            <a:r>
              <a:rPr lang="en-IN" dirty="0"/>
              <a:t>Combining </a:t>
            </a:r>
            <a:r>
              <a:rPr lang="en-IN" dirty="0" err="1"/>
              <a:t>anynet</a:t>
            </a:r>
            <a:r>
              <a:rPr lang="en-IN" dirty="0"/>
              <a:t> with hybrid arbitration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[1] </a:t>
            </a:r>
            <a:r>
              <a:rPr lang="en-US" dirty="0"/>
              <a:t>Sharp, Robin. "PCISIM-A Simulation Tool for PCI Bus Based Systems." (1999).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1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161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Updates on Modeling Bus-based Fabric</vt:lpstr>
      <vt:lpstr>Agenda</vt:lpstr>
      <vt:lpstr>PowerPoint Presentation</vt:lpstr>
      <vt:lpstr>Status of Simulator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6</cp:revision>
  <dcterms:created xsi:type="dcterms:W3CDTF">2026-01-15T10:12:48Z</dcterms:created>
  <dcterms:modified xsi:type="dcterms:W3CDTF">2026-02-03T16:22:46Z</dcterms:modified>
</cp:coreProperties>
</file>