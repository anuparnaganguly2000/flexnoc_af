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57" r:id="rId5"/>
    <p:sldId id="262" r:id="rId6"/>
    <p:sldId id="259" r:id="rId7"/>
    <p:sldId id="258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BD133-24AD-442D-ADC1-9FE395D1F419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917E9-2438-4639-864D-5A39A43B6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18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9937B-DF7F-4A43-9CF2-F87BA9B877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67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80F9C-4AEF-CA4D-F181-9D9A0C720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8C217-F54E-9ECB-694A-4C1980102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70A29-2C32-AD2E-E142-5D273DE18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59C9-DD0C-45D4-AE66-6626DB367B0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81A4C-76CB-4A86-E467-145E4DF24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570C0-144A-EE9C-84F8-B8699209F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D60-9378-442C-BC0C-3D9AA8BF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09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8BA2B-4486-D2EE-64EE-E6A173AC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74AEA-7222-708A-A2E0-A48B8DF5F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B7863-D28B-C180-1C48-873880F2E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59C9-DD0C-45D4-AE66-6626DB367B0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F401A-B589-8035-C790-5CA333197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BDE7-97A9-6878-79A1-85395115E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D60-9378-442C-BC0C-3D9AA8BF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5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0ACA6-6DD6-2D73-1FB1-DDBCBBFDD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5AB3D-1842-B642-0AC5-58D91FB30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460AA-D2CA-B475-9EEF-C48AC9D6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59C9-DD0C-45D4-AE66-6626DB367B0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59AA5-2836-2127-137D-D29829413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C22B7-CCDB-ECB0-DEE2-C9E226761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D60-9378-442C-BC0C-3D9AA8BF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446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CF12-F384-AE9D-AB5F-6475E33D9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3C08C-3009-330D-6C1F-E89D3F2372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5C1D8-3BA3-7E83-E707-227F85CE7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3CE01-06E1-8AD3-8028-D6DABD155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59C9-DD0C-45D4-AE66-6626DB367B0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EBF68-2FDF-9E79-7BD6-966FB93E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EF78F-9875-118C-3FA4-36F42FAD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D60-9378-442C-BC0C-3D9AA8BF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23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0F3D7-545D-4258-F30F-774BE58FA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A7B00-63A1-247A-CC30-9103E8044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4AB2F-8A4B-5C81-D01E-CB5C62BA1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7190E-DF53-9F8A-D3DF-4B81F612B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3CB8E0-1F70-4A46-83BE-0B52838211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C9F2B7-F902-D825-15B1-C7A2BF5EC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59C9-DD0C-45D4-AE66-6626DB367B0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8F5114-C927-3E3C-0460-60C19DC76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78EB99-055F-1910-35F9-5483CB6E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D60-9378-442C-BC0C-3D9AA8BF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243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20099-3B51-BF59-ED2B-0273D8BF8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DB35D5-C132-A763-CD46-510F9ED05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59C9-DD0C-45D4-AE66-6626DB367B0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345BB9-C2DA-02FE-D0A4-8428B8D79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BBAA2-7E9E-D110-4E27-20E9AB1F4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D60-9378-442C-BC0C-3D9AA8BF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20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F3C1D5-B1CC-DA2B-D52C-032E5A69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59C9-DD0C-45D4-AE66-6626DB367B0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FB4ED8-592B-28A7-742D-182B1D97F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60EF9-3030-6902-1B57-6B14C2A22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D60-9378-442C-BC0C-3D9AA8BF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62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FD185-2D19-3064-FED6-A2B48C543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D707A-836A-5B16-6C9B-0116F8112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7732B5-6A91-57BF-18A5-6D8491FDA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D38AD-0815-2D6D-89BC-17987CD7C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59C9-DD0C-45D4-AE66-6626DB367B0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64DDC-3FEC-DAB2-7CA0-11206570B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156C4-CB02-25FB-B4BA-4A05164C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D60-9378-442C-BC0C-3D9AA8BF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4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69D2-7003-F93F-B1CE-A4802463D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914123-3297-9760-54EE-DF2DFFB910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A7F49-9BE3-8FEA-424B-7F628ADC6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B3737-1D6A-FDD6-91CD-8CD784D2B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59C9-DD0C-45D4-AE66-6626DB367B0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059DB-B3E6-0085-93B4-C2A496FD5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95415-D71F-697B-68B4-9C597BE2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D60-9378-442C-BC0C-3D9AA8BF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2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7FE38-A58E-02BF-A861-46667EF34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7D2082-2637-61F0-3833-74FB0D80C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A6767-A44A-CA89-306A-8E21BDF6C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59C9-DD0C-45D4-AE66-6626DB367B0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35F03-E9DA-4625-2E17-8B8066F6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4C8B2-26F1-47CF-7A41-8DD585F49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D60-9378-442C-BC0C-3D9AA8BF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904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AEF065-CC95-B8BA-8423-753B33A1E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91E54-4F81-B3E4-60F6-F648FE757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9B54B-57CA-F0E4-5546-7588600AF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59C9-DD0C-45D4-AE66-6626DB367B0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E1205-360F-AA35-1603-29B57B527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6DDA6-A1EC-8D8D-CF6F-A422DAD9C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D5D60-9378-442C-BC0C-3D9AA8BF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861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553B13-CC38-2D8E-7145-46B0B0335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D2105-4E6D-4227-9B90-F22EFEB55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2F0A0-ABD4-3995-FEF0-FBF4E0ECF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259C9-DD0C-45D4-AE66-6626DB367B0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3B413-7C1E-A8A3-4D33-9CFA58D25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1D86D-5F94-08C6-D875-F963384D2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0D5D60-9378-442C-BC0C-3D9AA8BF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50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s.gd/RQ8Ff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43">
            <a:extLst>
              <a:ext uri="{FF2B5EF4-FFF2-40B4-BE49-F238E27FC236}">
                <a16:creationId xmlns:a16="http://schemas.microsoft.com/office/drawing/2014/main" id="{77F2B5A2-5988-EDD9-C889-B563E085F8BF}"/>
              </a:ext>
            </a:extLst>
          </p:cNvPr>
          <p:cNvSpPr txBox="1"/>
          <p:nvPr/>
        </p:nvSpPr>
        <p:spPr>
          <a:xfrm>
            <a:off x="963143" y="2767280"/>
            <a:ext cx="102657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/>
              <a:t>NoC Performance Analysis Tool with Hybrid Arbitration</a:t>
            </a:r>
          </a:p>
        </p:txBody>
      </p:sp>
    </p:spTree>
    <p:extLst>
      <p:ext uri="{BB962C8B-B14F-4D97-AF65-F5344CB8AC3E}">
        <p14:creationId xmlns:p14="http://schemas.microsoft.com/office/powerpoint/2010/main" val="169213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E93E9-D497-B8D1-FBE0-BA59AE4E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D21F9-8B94-A0F3-AA77-F45749723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Introduce to Dot file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Functionality of the Tool.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98553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09179-E7EA-3CCF-0062-CE358672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255397"/>
            <a:ext cx="11356848" cy="485267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Introduce to .DoT 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E8E57-E7DA-79FE-FD66-62FA25F0740C}"/>
              </a:ext>
            </a:extLst>
          </p:cNvPr>
          <p:cNvSpPr txBox="1"/>
          <p:nvPr/>
        </p:nvSpPr>
        <p:spPr>
          <a:xfrm>
            <a:off x="576072" y="1435608"/>
            <a:ext cx="1353312" cy="249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200" dirty="0"/>
              <a:t>F1=0.19,0.82</a:t>
            </a:r>
          </a:p>
          <a:p>
            <a:r>
              <a:rPr lang="pt-BR" sz="1200" dirty="0"/>
              <a:t>F2=0.19,0.82</a:t>
            </a:r>
          </a:p>
          <a:p>
            <a:r>
              <a:rPr lang="pt-BR" sz="1200" dirty="0"/>
              <a:t>F3=0.12,0.86</a:t>
            </a:r>
          </a:p>
          <a:p>
            <a:r>
              <a:rPr lang="pt-BR" sz="1200" dirty="0"/>
              <a:t>Q1=3,1</a:t>
            </a:r>
          </a:p>
          <a:p>
            <a:r>
              <a:rPr lang="pt-BR" sz="1200" dirty="0"/>
              <a:t>Q2=3,1</a:t>
            </a:r>
          </a:p>
          <a:p>
            <a:r>
              <a:rPr lang="pt-BR" sz="1200" dirty="0"/>
              <a:t>Q3=3,1</a:t>
            </a:r>
          </a:p>
          <a:p>
            <a:r>
              <a:rPr lang="pt-BR" sz="1200" dirty="0"/>
              <a:t>Q4=3,1</a:t>
            </a:r>
          </a:p>
          <a:p>
            <a:r>
              <a:rPr lang="pt-BR" sz="1200" dirty="0"/>
              <a:t>Q5=3,1</a:t>
            </a:r>
          </a:p>
          <a:p>
            <a:r>
              <a:rPr lang="pt-BR" sz="1200" dirty="0"/>
              <a:t>SR1=1.0,0.0</a:t>
            </a:r>
          </a:p>
          <a:p>
            <a:r>
              <a:rPr lang="pt-BR" sz="1200" dirty="0"/>
              <a:t>SR2=1.0,0.0</a:t>
            </a:r>
          </a:p>
          <a:p>
            <a:r>
              <a:rPr lang="pt-BR" sz="1200" dirty="0"/>
              <a:t>SR3=1.0,0.0</a:t>
            </a:r>
          </a:p>
          <a:p>
            <a:r>
              <a:rPr lang="pt-BR" sz="1200" dirty="0"/>
              <a:t>RR=0.0,0.0</a:t>
            </a:r>
          </a:p>
          <a:p>
            <a:r>
              <a:rPr lang="pt-BR" sz="1200" dirty="0"/>
              <a:t>PR=0.0,0.0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540DA-E85C-1F57-A322-07C4557744EC}"/>
              </a:ext>
            </a:extLst>
          </p:cNvPr>
          <p:cNvSpPr txBox="1"/>
          <p:nvPr/>
        </p:nvSpPr>
        <p:spPr>
          <a:xfrm>
            <a:off x="576072" y="1093708"/>
            <a:ext cx="1618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Statistics.txt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6EBB14-BA6F-DA7E-D8B1-E1EE74879A68}"/>
              </a:ext>
            </a:extLst>
          </p:cNvPr>
          <p:cNvSpPr txBox="1"/>
          <p:nvPr/>
        </p:nvSpPr>
        <p:spPr>
          <a:xfrm>
            <a:off x="2048256" y="1435608"/>
            <a:ext cx="1353312" cy="249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200" dirty="0"/>
              <a:t>N1:F1,Q1</a:t>
            </a:r>
          </a:p>
          <a:p>
            <a:r>
              <a:rPr lang="pt-BR" sz="1200" dirty="0"/>
              <a:t>N2:F2,Q2</a:t>
            </a:r>
          </a:p>
          <a:p>
            <a:r>
              <a:rPr lang="pt-BR" sz="1200" dirty="0"/>
              <a:t>N3:Q1,RR</a:t>
            </a:r>
          </a:p>
          <a:p>
            <a:r>
              <a:rPr lang="pt-BR" sz="1200" dirty="0"/>
              <a:t>N4:Q2,RR</a:t>
            </a:r>
          </a:p>
          <a:p>
            <a:r>
              <a:rPr lang="pt-BR" sz="1200" dirty="0"/>
              <a:t>N5:RR,SR1</a:t>
            </a:r>
          </a:p>
          <a:p>
            <a:r>
              <a:rPr lang="pt-BR" sz="1200" dirty="0"/>
              <a:t>N6:SR1,Q3</a:t>
            </a:r>
          </a:p>
          <a:p>
            <a:r>
              <a:rPr lang="pt-BR" sz="1200" dirty="0"/>
              <a:t>N7:F3,Q4</a:t>
            </a:r>
          </a:p>
          <a:p>
            <a:r>
              <a:rPr lang="pt-BR" sz="1200" dirty="0"/>
              <a:t>N8:Q4,PR</a:t>
            </a:r>
          </a:p>
          <a:p>
            <a:r>
              <a:rPr lang="pt-BR" sz="1200" dirty="0"/>
              <a:t>N9:Q3,PR</a:t>
            </a:r>
          </a:p>
          <a:p>
            <a:r>
              <a:rPr lang="pt-BR" sz="1200" dirty="0"/>
              <a:t>N10:PR,SR2</a:t>
            </a:r>
          </a:p>
          <a:p>
            <a:r>
              <a:rPr lang="pt-BR" sz="1200" dirty="0"/>
              <a:t>N11:SR2,Q5</a:t>
            </a:r>
          </a:p>
          <a:p>
            <a:r>
              <a:rPr lang="pt-BR" sz="1200" dirty="0"/>
              <a:t>N12:Q5,SR3</a:t>
            </a:r>
          </a:p>
          <a:p>
            <a:r>
              <a:rPr lang="pt-BR" sz="1200" dirty="0"/>
              <a:t>N13:SR3,Sink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7B669-A0FB-5EF0-3B5E-681A9E59E572}"/>
              </a:ext>
            </a:extLst>
          </p:cNvPr>
          <p:cNvSpPr txBox="1"/>
          <p:nvPr/>
        </p:nvSpPr>
        <p:spPr>
          <a:xfrm>
            <a:off x="2048256" y="1119354"/>
            <a:ext cx="135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Network.txt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9386044-366E-83EF-3913-DC9ACD0A4BA6}"/>
              </a:ext>
            </a:extLst>
          </p:cNvPr>
          <p:cNvSpPr/>
          <p:nvPr/>
        </p:nvSpPr>
        <p:spPr>
          <a:xfrm>
            <a:off x="3813048" y="2459736"/>
            <a:ext cx="667512" cy="420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C7ED5A-7F8D-0523-8231-3A5CE0232D2E}"/>
              </a:ext>
            </a:extLst>
          </p:cNvPr>
          <p:cNvSpPr txBox="1"/>
          <p:nvPr/>
        </p:nvSpPr>
        <p:spPr>
          <a:xfrm>
            <a:off x="457200" y="6126480"/>
            <a:ext cx="3895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https://is.gd/RQ8FfD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DC90D11-189C-DA33-245F-0326B19B3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832" y="740664"/>
            <a:ext cx="6617208" cy="418592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36B79C90-EE3C-80AE-A1D8-62C94CBC6D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192" y="4819096"/>
            <a:ext cx="11457432" cy="111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899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3254B-4B3A-ED57-368A-A3B09FB8A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2115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How this Tool  is Working 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FD1BCB-122F-808F-5001-BB6340399612}"/>
              </a:ext>
            </a:extLst>
          </p:cNvPr>
          <p:cNvCxnSpPr/>
          <p:nvPr/>
        </p:nvCxnSpPr>
        <p:spPr>
          <a:xfrm>
            <a:off x="3642618" y="4043318"/>
            <a:ext cx="159784" cy="0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868F0F8-E9C8-B4C6-C21D-5E1C461988A1}"/>
              </a:ext>
            </a:extLst>
          </p:cNvPr>
          <p:cNvCxnSpPr/>
          <p:nvPr/>
        </p:nvCxnSpPr>
        <p:spPr>
          <a:xfrm>
            <a:off x="3369169" y="3142104"/>
            <a:ext cx="159784" cy="0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86B49D-DEFE-ADEE-7152-0B2C1D6E2C0F}"/>
              </a:ext>
            </a:extLst>
          </p:cNvPr>
          <p:cNvCxnSpPr/>
          <p:nvPr/>
        </p:nvCxnSpPr>
        <p:spPr>
          <a:xfrm>
            <a:off x="3379706" y="4017015"/>
            <a:ext cx="159784" cy="0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B2681A-F91A-D41A-4FB3-916174A95922}"/>
              </a:ext>
            </a:extLst>
          </p:cNvPr>
          <p:cNvCxnSpPr>
            <a:cxnSpLocks/>
          </p:cNvCxnSpPr>
          <p:nvPr/>
        </p:nvCxnSpPr>
        <p:spPr>
          <a:xfrm>
            <a:off x="6232579" y="4686845"/>
            <a:ext cx="396645" cy="16325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9277D-0355-D093-65D0-FDEB04DF2461}"/>
              </a:ext>
            </a:extLst>
          </p:cNvPr>
          <p:cNvCxnSpPr>
            <a:cxnSpLocks/>
          </p:cNvCxnSpPr>
          <p:nvPr/>
        </p:nvCxnSpPr>
        <p:spPr>
          <a:xfrm flipH="1">
            <a:off x="3828216" y="3073712"/>
            <a:ext cx="15725" cy="146905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103CEA9-E653-C8D1-6F1A-ADECA39591E3}"/>
              </a:ext>
            </a:extLst>
          </p:cNvPr>
          <p:cNvSpPr/>
          <p:nvPr/>
        </p:nvSpPr>
        <p:spPr>
          <a:xfrm>
            <a:off x="3037074" y="2999285"/>
            <a:ext cx="287382" cy="26596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1" name="Rounded Rectangle 1041">
            <a:extLst>
              <a:ext uri="{FF2B5EF4-FFF2-40B4-BE49-F238E27FC236}">
                <a16:creationId xmlns:a16="http://schemas.microsoft.com/office/drawing/2014/main" id="{E7AEC267-D1A6-0C88-FDB1-130B415F1EEA}"/>
              </a:ext>
            </a:extLst>
          </p:cNvPr>
          <p:cNvSpPr/>
          <p:nvPr/>
        </p:nvSpPr>
        <p:spPr>
          <a:xfrm>
            <a:off x="2254620" y="2966547"/>
            <a:ext cx="385837" cy="35030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F1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12" name="Rounded Rectangle 64">
            <a:extLst>
              <a:ext uri="{FF2B5EF4-FFF2-40B4-BE49-F238E27FC236}">
                <a16:creationId xmlns:a16="http://schemas.microsoft.com/office/drawing/2014/main" id="{340E62BC-C9E2-47D6-426A-8693D9445A00}"/>
              </a:ext>
            </a:extLst>
          </p:cNvPr>
          <p:cNvSpPr/>
          <p:nvPr/>
        </p:nvSpPr>
        <p:spPr>
          <a:xfrm>
            <a:off x="2221992" y="3760092"/>
            <a:ext cx="399868" cy="35574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F2</a:t>
            </a:r>
            <a:endParaRPr lang="en-IN" sz="80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1DCDDF-864A-DBFB-8FF4-2839B20F7369}"/>
              </a:ext>
            </a:extLst>
          </p:cNvPr>
          <p:cNvSpPr/>
          <p:nvPr/>
        </p:nvSpPr>
        <p:spPr>
          <a:xfrm>
            <a:off x="2858434" y="2739896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Q1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C70DF-AA34-07B8-831F-E2EA395CA3B2}"/>
              </a:ext>
            </a:extLst>
          </p:cNvPr>
          <p:cNvSpPr/>
          <p:nvPr/>
        </p:nvSpPr>
        <p:spPr>
          <a:xfrm>
            <a:off x="3607690" y="2636413"/>
            <a:ext cx="556129" cy="364986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rgbClr val="00B050"/>
                </a:solidFill>
                <a:ea typeface="Calibri"/>
                <a:cs typeface="Calibri"/>
              </a:rPr>
              <a:t>RR1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A4FD084-F10F-CDFF-F1B7-66476D1A100A}"/>
              </a:ext>
            </a:extLst>
          </p:cNvPr>
          <p:cNvSpPr/>
          <p:nvPr/>
        </p:nvSpPr>
        <p:spPr>
          <a:xfrm>
            <a:off x="2805799" y="3905744"/>
            <a:ext cx="64422" cy="98087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C26D6FD-375C-A48A-EB5F-6D92BE96ADC4}"/>
              </a:ext>
            </a:extLst>
          </p:cNvPr>
          <p:cNvSpPr/>
          <p:nvPr/>
        </p:nvSpPr>
        <p:spPr>
          <a:xfrm>
            <a:off x="3543656" y="3975411"/>
            <a:ext cx="64422" cy="98087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D169B9-BC39-8C54-4185-3FE18505C8FC}"/>
              </a:ext>
            </a:extLst>
          </p:cNvPr>
          <p:cNvSpPr/>
          <p:nvPr/>
        </p:nvSpPr>
        <p:spPr>
          <a:xfrm>
            <a:off x="3540336" y="3092655"/>
            <a:ext cx="64422" cy="98087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16F1B86-7FFB-3E5C-EEBB-164CBD0E4A85}"/>
              </a:ext>
            </a:extLst>
          </p:cNvPr>
          <p:cNvSpPr/>
          <p:nvPr/>
        </p:nvSpPr>
        <p:spPr>
          <a:xfrm>
            <a:off x="7107503" y="4212161"/>
            <a:ext cx="64422" cy="98087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025F95-9808-D1CD-FBF6-E50A1BE1D3FE}"/>
              </a:ext>
            </a:extLst>
          </p:cNvPr>
          <p:cNvCxnSpPr>
            <a:cxnSpLocks/>
          </p:cNvCxnSpPr>
          <p:nvPr/>
        </p:nvCxnSpPr>
        <p:spPr>
          <a:xfrm>
            <a:off x="7221699" y="4275250"/>
            <a:ext cx="372940" cy="9626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49D82C-BAB9-6670-53CB-C44520AF4822}"/>
              </a:ext>
            </a:extLst>
          </p:cNvPr>
          <p:cNvSpPr/>
          <p:nvPr/>
        </p:nvSpPr>
        <p:spPr>
          <a:xfrm>
            <a:off x="7469502" y="3759350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chemeClr val="tx1"/>
                </a:solidFill>
                <a:ea typeface="Calibri"/>
                <a:cs typeface="Calibri"/>
              </a:rPr>
              <a:t>SR2</a:t>
            </a:r>
          </a:p>
        </p:txBody>
      </p:sp>
      <p:sp>
        <p:nvSpPr>
          <p:cNvPr id="21" name="Rectangle 99">
            <a:extLst>
              <a:ext uri="{FF2B5EF4-FFF2-40B4-BE49-F238E27FC236}">
                <a16:creationId xmlns:a16="http://schemas.microsoft.com/office/drawing/2014/main" id="{5F16AB52-91C1-118A-894E-83ED42681F0F}"/>
              </a:ext>
            </a:extLst>
          </p:cNvPr>
          <p:cNvSpPr/>
          <p:nvPr/>
        </p:nvSpPr>
        <p:spPr>
          <a:xfrm>
            <a:off x="7702085" y="4120129"/>
            <a:ext cx="162917" cy="27600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800" b="1" dirty="0">
              <a:ea typeface="Calibri"/>
              <a:cs typeface="Calibri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F75470-4AD6-4207-F4DF-9F6AA79DB4AB}"/>
              </a:ext>
            </a:extLst>
          </p:cNvPr>
          <p:cNvCxnSpPr/>
          <p:nvPr/>
        </p:nvCxnSpPr>
        <p:spPr>
          <a:xfrm>
            <a:off x="3898770" y="4024350"/>
            <a:ext cx="108245" cy="0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3EDDF79-8DD8-05F9-7655-25AD6F8108CC}"/>
              </a:ext>
            </a:extLst>
          </p:cNvPr>
          <p:cNvCxnSpPr/>
          <p:nvPr/>
        </p:nvCxnSpPr>
        <p:spPr>
          <a:xfrm>
            <a:off x="4140729" y="4024553"/>
            <a:ext cx="113232" cy="0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09C04B0-4E73-37A6-4066-62751354AE35}"/>
              </a:ext>
            </a:extLst>
          </p:cNvPr>
          <p:cNvCxnSpPr/>
          <p:nvPr/>
        </p:nvCxnSpPr>
        <p:spPr>
          <a:xfrm>
            <a:off x="4591758" y="4654787"/>
            <a:ext cx="239699" cy="0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C5926F-4022-645C-EFE3-529A84379FAA}"/>
              </a:ext>
            </a:extLst>
          </p:cNvPr>
          <p:cNvCxnSpPr>
            <a:cxnSpLocks/>
          </p:cNvCxnSpPr>
          <p:nvPr/>
        </p:nvCxnSpPr>
        <p:spPr>
          <a:xfrm>
            <a:off x="5001802" y="4654787"/>
            <a:ext cx="230299" cy="15642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DE71E35-0017-6F11-72D6-F0990413602B}"/>
              </a:ext>
            </a:extLst>
          </p:cNvPr>
          <p:cNvCxnSpPr>
            <a:cxnSpLocks/>
          </p:cNvCxnSpPr>
          <p:nvPr/>
        </p:nvCxnSpPr>
        <p:spPr>
          <a:xfrm>
            <a:off x="5648743" y="4096557"/>
            <a:ext cx="392464" cy="13004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9674FAC-7386-E257-A6AB-DFE0413420AA}"/>
              </a:ext>
            </a:extLst>
          </p:cNvPr>
          <p:cNvCxnSpPr>
            <a:cxnSpLocks/>
          </p:cNvCxnSpPr>
          <p:nvPr/>
        </p:nvCxnSpPr>
        <p:spPr>
          <a:xfrm flipV="1">
            <a:off x="6258879" y="4080872"/>
            <a:ext cx="358930" cy="10878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07CE41A-8A31-87A4-0C86-0469394D25B5}"/>
              </a:ext>
            </a:extLst>
          </p:cNvPr>
          <p:cNvCxnSpPr>
            <a:cxnSpLocks/>
          </p:cNvCxnSpPr>
          <p:nvPr/>
        </p:nvCxnSpPr>
        <p:spPr>
          <a:xfrm flipV="1">
            <a:off x="6735825" y="4266327"/>
            <a:ext cx="330618" cy="13735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393BEDD-61FD-C4E6-DB30-18D78FA87902}"/>
              </a:ext>
            </a:extLst>
          </p:cNvPr>
          <p:cNvCxnSpPr>
            <a:cxnSpLocks/>
          </p:cNvCxnSpPr>
          <p:nvPr/>
        </p:nvCxnSpPr>
        <p:spPr>
          <a:xfrm>
            <a:off x="5663571" y="4714419"/>
            <a:ext cx="362806" cy="0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6ED9404-ED0E-806A-68C5-4DA1D37D0206}"/>
              </a:ext>
            </a:extLst>
          </p:cNvPr>
          <p:cNvCxnSpPr/>
          <p:nvPr/>
        </p:nvCxnSpPr>
        <p:spPr>
          <a:xfrm>
            <a:off x="6641645" y="3818699"/>
            <a:ext cx="0" cy="10737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D34148F-1D67-A7E3-EDE6-574CB1953161}"/>
              </a:ext>
            </a:extLst>
          </p:cNvPr>
          <p:cNvSpPr/>
          <p:nvPr/>
        </p:nvSpPr>
        <p:spPr>
          <a:xfrm>
            <a:off x="5311568" y="4542760"/>
            <a:ext cx="291435" cy="288532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E7B6D3-EC61-8686-499D-94B23C52DB1C}"/>
              </a:ext>
            </a:extLst>
          </p:cNvPr>
          <p:cNvSpPr/>
          <p:nvPr/>
        </p:nvSpPr>
        <p:spPr>
          <a:xfrm>
            <a:off x="6334485" y="3482802"/>
            <a:ext cx="566649" cy="276548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rgbClr val="FF0000"/>
                </a:solidFill>
                <a:ea typeface="Calibri"/>
                <a:cs typeface="Calibri"/>
              </a:rPr>
              <a:t>PR1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CE38420-06B0-0446-812D-0EFEBEA93DF0}"/>
              </a:ext>
            </a:extLst>
          </p:cNvPr>
          <p:cNvSpPr/>
          <p:nvPr/>
        </p:nvSpPr>
        <p:spPr>
          <a:xfrm>
            <a:off x="4016739" y="3986352"/>
            <a:ext cx="45653" cy="59632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797D900-AA6F-FD30-FA5C-F618A324C069}"/>
              </a:ext>
            </a:extLst>
          </p:cNvPr>
          <p:cNvSpPr/>
          <p:nvPr/>
        </p:nvSpPr>
        <p:spPr>
          <a:xfrm>
            <a:off x="4891001" y="4624971"/>
            <a:ext cx="45653" cy="59632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BB8FBF0-6935-5839-7EB1-F2AD6BA06DDB}"/>
              </a:ext>
            </a:extLst>
          </p:cNvPr>
          <p:cNvSpPr/>
          <p:nvPr/>
        </p:nvSpPr>
        <p:spPr>
          <a:xfrm>
            <a:off x="6110087" y="4654787"/>
            <a:ext cx="45653" cy="59632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1A5D198-45FC-C852-5D17-A7906CB7EADB}"/>
              </a:ext>
            </a:extLst>
          </p:cNvPr>
          <p:cNvSpPr/>
          <p:nvPr/>
        </p:nvSpPr>
        <p:spPr>
          <a:xfrm>
            <a:off x="6098505" y="4058817"/>
            <a:ext cx="45653" cy="59632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5DD1666-7453-62AD-D7C6-1FE5EE3A6174}"/>
              </a:ext>
            </a:extLst>
          </p:cNvPr>
          <p:cNvSpPr/>
          <p:nvPr/>
        </p:nvSpPr>
        <p:spPr>
          <a:xfrm>
            <a:off x="4089758" y="3560672"/>
            <a:ext cx="559380" cy="1791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rgbClr val="002060"/>
                </a:solidFill>
                <a:ea typeface="Calibri"/>
                <a:cs typeface="Calibri"/>
              </a:rPr>
              <a:t>SR1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BA67BCC-18EF-AB90-78A3-4EA9E95A10F9}"/>
              </a:ext>
            </a:extLst>
          </p:cNvPr>
          <p:cNvCxnSpPr>
            <a:cxnSpLocks/>
          </p:cNvCxnSpPr>
          <p:nvPr/>
        </p:nvCxnSpPr>
        <p:spPr>
          <a:xfrm>
            <a:off x="4435671" y="4089725"/>
            <a:ext cx="312174" cy="0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4221DAA3-1590-FF2E-1646-0079A130C104}"/>
              </a:ext>
            </a:extLst>
          </p:cNvPr>
          <p:cNvSpPr/>
          <p:nvPr/>
        </p:nvSpPr>
        <p:spPr>
          <a:xfrm>
            <a:off x="4871846" y="4050801"/>
            <a:ext cx="45653" cy="59632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40" name="Rectangle 99">
            <a:extLst>
              <a:ext uri="{FF2B5EF4-FFF2-40B4-BE49-F238E27FC236}">
                <a16:creationId xmlns:a16="http://schemas.microsoft.com/office/drawing/2014/main" id="{36075C06-D5F7-E78D-FD7C-A4C1BE09CCE7}"/>
              </a:ext>
            </a:extLst>
          </p:cNvPr>
          <p:cNvSpPr/>
          <p:nvPr/>
        </p:nvSpPr>
        <p:spPr>
          <a:xfrm>
            <a:off x="4252377" y="3928763"/>
            <a:ext cx="204082" cy="26610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800" b="1" dirty="0">
              <a:ea typeface="Calibri"/>
              <a:cs typeface="Calibri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0644657-94A2-70DE-B145-8BE59D44C6E8}"/>
              </a:ext>
            </a:extLst>
          </p:cNvPr>
          <p:cNvCxnSpPr>
            <a:cxnSpLocks/>
          </p:cNvCxnSpPr>
          <p:nvPr/>
        </p:nvCxnSpPr>
        <p:spPr>
          <a:xfrm>
            <a:off x="2903945" y="3971728"/>
            <a:ext cx="159784" cy="0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E3DEA5AD-4B47-EF12-7ED9-766F058E99CC}"/>
              </a:ext>
            </a:extLst>
          </p:cNvPr>
          <p:cNvSpPr/>
          <p:nvPr/>
        </p:nvSpPr>
        <p:spPr>
          <a:xfrm>
            <a:off x="2803242" y="3062884"/>
            <a:ext cx="64422" cy="98087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0CA57F1-80F5-2524-B122-142DE4332675}"/>
              </a:ext>
            </a:extLst>
          </p:cNvPr>
          <p:cNvSpPr/>
          <p:nvPr/>
        </p:nvSpPr>
        <p:spPr>
          <a:xfrm>
            <a:off x="3074119" y="3863078"/>
            <a:ext cx="291896" cy="27911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C237B88-F4E4-FE6E-CC2C-E0DB979ADB53}"/>
              </a:ext>
            </a:extLst>
          </p:cNvPr>
          <p:cNvCxnSpPr>
            <a:cxnSpLocks/>
          </p:cNvCxnSpPr>
          <p:nvPr/>
        </p:nvCxnSpPr>
        <p:spPr>
          <a:xfrm>
            <a:off x="2626680" y="3946193"/>
            <a:ext cx="159784" cy="0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760F50-8494-3CE6-5A5E-A42B60F6057F}"/>
              </a:ext>
            </a:extLst>
          </p:cNvPr>
          <p:cNvCxnSpPr>
            <a:cxnSpLocks/>
          </p:cNvCxnSpPr>
          <p:nvPr/>
        </p:nvCxnSpPr>
        <p:spPr>
          <a:xfrm>
            <a:off x="3649090" y="3159262"/>
            <a:ext cx="159784" cy="0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C374F1C-4FAF-7ECB-DDE1-19E90EED48AD}"/>
              </a:ext>
            </a:extLst>
          </p:cNvPr>
          <p:cNvCxnSpPr>
            <a:cxnSpLocks/>
          </p:cNvCxnSpPr>
          <p:nvPr/>
        </p:nvCxnSpPr>
        <p:spPr>
          <a:xfrm>
            <a:off x="2626679" y="3130791"/>
            <a:ext cx="159784" cy="0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70AB3BC-38C1-6B30-3172-9047379C4CB4}"/>
              </a:ext>
            </a:extLst>
          </p:cNvPr>
          <p:cNvCxnSpPr>
            <a:cxnSpLocks/>
          </p:cNvCxnSpPr>
          <p:nvPr/>
        </p:nvCxnSpPr>
        <p:spPr>
          <a:xfrm>
            <a:off x="2884174" y="3162157"/>
            <a:ext cx="159784" cy="0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93DFC9E-18B3-6EDF-E0E4-E591271F3110}"/>
              </a:ext>
            </a:extLst>
          </p:cNvPr>
          <p:cNvSpPr/>
          <p:nvPr/>
        </p:nvSpPr>
        <p:spPr>
          <a:xfrm>
            <a:off x="2879212" y="3594751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Q2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ADC7AAC-16A6-9D17-743B-FE3C7C2CB6B6}"/>
              </a:ext>
            </a:extLst>
          </p:cNvPr>
          <p:cNvSpPr/>
          <p:nvPr/>
        </p:nvSpPr>
        <p:spPr>
          <a:xfrm>
            <a:off x="5311567" y="3946754"/>
            <a:ext cx="291436" cy="28853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F2BA982-F599-449D-86DB-484113113D69}"/>
              </a:ext>
            </a:extLst>
          </p:cNvPr>
          <p:cNvSpPr/>
          <p:nvPr/>
        </p:nvSpPr>
        <p:spPr>
          <a:xfrm>
            <a:off x="8217731" y="4212161"/>
            <a:ext cx="64422" cy="98087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dirty="0">
              <a:solidFill>
                <a:srgbClr val="FF0000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C764333-40C9-4B58-DD7F-E3BC073CBA06}"/>
              </a:ext>
            </a:extLst>
          </p:cNvPr>
          <p:cNvCxnSpPr>
            <a:cxnSpLocks/>
          </p:cNvCxnSpPr>
          <p:nvPr/>
        </p:nvCxnSpPr>
        <p:spPr>
          <a:xfrm>
            <a:off x="7895797" y="4275250"/>
            <a:ext cx="291139" cy="0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9E3D98C-1872-BC94-BB48-A234C7C0341A}"/>
              </a:ext>
            </a:extLst>
          </p:cNvPr>
          <p:cNvCxnSpPr>
            <a:cxnSpLocks/>
          </p:cNvCxnSpPr>
          <p:nvPr/>
        </p:nvCxnSpPr>
        <p:spPr>
          <a:xfrm>
            <a:off x="8361109" y="4256838"/>
            <a:ext cx="219336" cy="0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28D2757-D4E9-5022-DEAE-A70B4FD3F457}"/>
              </a:ext>
            </a:extLst>
          </p:cNvPr>
          <p:cNvSpPr/>
          <p:nvPr/>
        </p:nvSpPr>
        <p:spPr>
          <a:xfrm>
            <a:off x="8662497" y="4101970"/>
            <a:ext cx="321454" cy="24934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5CDDF73-D967-7E97-D006-ABC9F5DAD2AA}"/>
              </a:ext>
            </a:extLst>
          </p:cNvPr>
          <p:cNvSpPr/>
          <p:nvPr/>
        </p:nvSpPr>
        <p:spPr>
          <a:xfrm>
            <a:off x="5113613" y="3594751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Q4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5D71255-8FEB-1A78-A208-E999AA85C370}"/>
              </a:ext>
            </a:extLst>
          </p:cNvPr>
          <p:cNvSpPr/>
          <p:nvPr/>
        </p:nvSpPr>
        <p:spPr>
          <a:xfrm>
            <a:off x="5121991" y="4841932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Q3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2396A4C-5591-EB0A-D663-94AFE0B7FF70}"/>
              </a:ext>
            </a:extLst>
          </p:cNvPr>
          <p:cNvSpPr/>
          <p:nvPr/>
        </p:nvSpPr>
        <p:spPr>
          <a:xfrm>
            <a:off x="9208529" y="4235292"/>
            <a:ext cx="64422" cy="98087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dirty="0">
              <a:solidFill>
                <a:srgbClr val="FF0000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DF408C1-B01C-C23D-3E59-1215F375FDBD}"/>
              </a:ext>
            </a:extLst>
          </p:cNvPr>
          <p:cNvCxnSpPr>
            <a:cxnSpLocks/>
          </p:cNvCxnSpPr>
          <p:nvPr/>
        </p:nvCxnSpPr>
        <p:spPr>
          <a:xfrm>
            <a:off x="9355003" y="4278726"/>
            <a:ext cx="200755" cy="23639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DCD16B0-162F-9E12-99A7-BC7DA0235376}"/>
              </a:ext>
            </a:extLst>
          </p:cNvPr>
          <p:cNvCxnSpPr>
            <a:cxnSpLocks/>
          </p:cNvCxnSpPr>
          <p:nvPr/>
        </p:nvCxnSpPr>
        <p:spPr>
          <a:xfrm>
            <a:off x="8990146" y="4247210"/>
            <a:ext cx="200755" cy="23639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C4BFCA4-C0BD-731A-0D60-4DD02CEEB737}"/>
              </a:ext>
            </a:extLst>
          </p:cNvPr>
          <p:cNvCxnSpPr>
            <a:cxnSpLocks/>
          </p:cNvCxnSpPr>
          <p:nvPr/>
        </p:nvCxnSpPr>
        <p:spPr>
          <a:xfrm>
            <a:off x="5001802" y="4086310"/>
            <a:ext cx="246974" cy="12078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64">
            <a:extLst>
              <a:ext uri="{FF2B5EF4-FFF2-40B4-BE49-F238E27FC236}">
                <a16:creationId xmlns:a16="http://schemas.microsoft.com/office/drawing/2014/main" id="{5C71D269-39D3-EEF0-F6B2-641126E7E8D5}"/>
              </a:ext>
            </a:extLst>
          </p:cNvPr>
          <p:cNvSpPr/>
          <p:nvPr/>
        </p:nvSpPr>
        <p:spPr>
          <a:xfrm>
            <a:off x="4121762" y="4506730"/>
            <a:ext cx="399868" cy="35574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F3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EC03DDC-1A88-9D8E-214D-D9788EE9B318}"/>
              </a:ext>
            </a:extLst>
          </p:cNvPr>
          <p:cNvSpPr/>
          <p:nvPr/>
        </p:nvSpPr>
        <p:spPr>
          <a:xfrm>
            <a:off x="2538367" y="2777114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N1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179EBA9-EE9C-A8E0-4E86-6B9601D9847F}"/>
              </a:ext>
            </a:extLst>
          </p:cNvPr>
          <p:cNvSpPr/>
          <p:nvPr/>
        </p:nvSpPr>
        <p:spPr>
          <a:xfrm>
            <a:off x="2535017" y="4058000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N2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B206AE3-2649-7935-BC4A-EF473B8BC835}"/>
              </a:ext>
            </a:extLst>
          </p:cNvPr>
          <p:cNvSpPr/>
          <p:nvPr/>
        </p:nvSpPr>
        <p:spPr>
          <a:xfrm>
            <a:off x="3193254" y="2760861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N3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3AF9966-4B47-8B9A-73B4-91D3855D604F}"/>
              </a:ext>
            </a:extLst>
          </p:cNvPr>
          <p:cNvSpPr/>
          <p:nvPr/>
        </p:nvSpPr>
        <p:spPr>
          <a:xfrm>
            <a:off x="3252607" y="4137530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N4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C5DE95B-21B2-CBC5-3692-684A603D78D0}"/>
              </a:ext>
            </a:extLst>
          </p:cNvPr>
          <p:cNvSpPr/>
          <p:nvPr/>
        </p:nvSpPr>
        <p:spPr>
          <a:xfrm>
            <a:off x="3737339" y="3708609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N5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164B6B4-C5FD-264B-E4B0-77801D313138}"/>
              </a:ext>
            </a:extLst>
          </p:cNvPr>
          <p:cNvSpPr/>
          <p:nvPr/>
        </p:nvSpPr>
        <p:spPr>
          <a:xfrm>
            <a:off x="4619826" y="3771173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N6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0B0FA68-6AA3-1C3E-5BD4-E36CF5FB7A08}"/>
              </a:ext>
            </a:extLst>
          </p:cNvPr>
          <p:cNvSpPr/>
          <p:nvPr/>
        </p:nvSpPr>
        <p:spPr>
          <a:xfrm>
            <a:off x="4618230" y="4707365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N7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95B382A-3249-76E5-BCE8-BDE02BE50620}"/>
              </a:ext>
            </a:extLst>
          </p:cNvPr>
          <p:cNvSpPr/>
          <p:nvPr/>
        </p:nvSpPr>
        <p:spPr>
          <a:xfrm>
            <a:off x="5830117" y="4775148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N9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378BD82-CC37-34CB-7AD6-748D089BD65C}"/>
              </a:ext>
            </a:extLst>
          </p:cNvPr>
          <p:cNvSpPr/>
          <p:nvPr/>
        </p:nvSpPr>
        <p:spPr>
          <a:xfrm>
            <a:off x="5758154" y="3785815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N8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50319B2-C44C-50E9-4777-C195C40393F3}"/>
              </a:ext>
            </a:extLst>
          </p:cNvPr>
          <p:cNvSpPr/>
          <p:nvPr/>
        </p:nvSpPr>
        <p:spPr>
          <a:xfrm>
            <a:off x="6856527" y="3915256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N10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D1960E0-AFF4-6DF2-839F-AF45BCC6691D}"/>
              </a:ext>
            </a:extLst>
          </p:cNvPr>
          <p:cNvSpPr/>
          <p:nvPr/>
        </p:nvSpPr>
        <p:spPr>
          <a:xfrm>
            <a:off x="7968347" y="3905744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N11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79E93CB-F661-28B7-65C4-980BC5A37F59}"/>
              </a:ext>
            </a:extLst>
          </p:cNvPr>
          <p:cNvSpPr/>
          <p:nvPr/>
        </p:nvSpPr>
        <p:spPr>
          <a:xfrm>
            <a:off x="8940859" y="3939170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N12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769A46C-604D-416D-3FA7-C64476C4EC44}"/>
              </a:ext>
            </a:extLst>
          </p:cNvPr>
          <p:cNvSpPr/>
          <p:nvPr/>
        </p:nvSpPr>
        <p:spPr>
          <a:xfrm>
            <a:off x="10244132" y="4129830"/>
            <a:ext cx="628084" cy="27299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chemeClr val="tx1"/>
                </a:solidFill>
                <a:ea typeface="Calibri"/>
                <a:cs typeface="Calibri"/>
              </a:rPr>
              <a:t>Sink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0D9A4FF-67E1-C026-1437-E6EEAFC6058F}"/>
              </a:ext>
            </a:extLst>
          </p:cNvPr>
          <p:cNvSpPr/>
          <p:nvPr/>
        </p:nvSpPr>
        <p:spPr>
          <a:xfrm>
            <a:off x="8483486" y="4434374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b="1" dirty="0">
                <a:solidFill>
                  <a:srgbClr val="002060"/>
                </a:solidFill>
              </a:rPr>
              <a:t>Q5</a:t>
            </a:r>
            <a:endParaRPr lang="en-IN" sz="11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F162EAC-A46D-9A33-8F3A-7F8F77072400}"/>
              </a:ext>
            </a:extLst>
          </p:cNvPr>
          <p:cNvCxnSpPr>
            <a:cxnSpLocks/>
          </p:cNvCxnSpPr>
          <p:nvPr/>
        </p:nvCxnSpPr>
        <p:spPr>
          <a:xfrm>
            <a:off x="4257051" y="1786324"/>
            <a:ext cx="40222" cy="1709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6BEB899-E12A-0431-7791-F14F3B7559DB}"/>
              </a:ext>
            </a:extLst>
          </p:cNvPr>
          <p:cNvCxnSpPr>
            <a:cxnSpLocks/>
          </p:cNvCxnSpPr>
          <p:nvPr/>
        </p:nvCxnSpPr>
        <p:spPr>
          <a:xfrm>
            <a:off x="7746428" y="1999593"/>
            <a:ext cx="40222" cy="1709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6C62D63-2184-1A8B-6E2E-69A1BD33D48C}"/>
              </a:ext>
            </a:extLst>
          </p:cNvPr>
          <p:cNvCxnSpPr>
            <a:cxnSpLocks/>
          </p:cNvCxnSpPr>
          <p:nvPr/>
        </p:nvCxnSpPr>
        <p:spPr>
          <a:xfrm flipH="1">
            <a:off x="6901134" y="2013258"/>
            <a:ext cx="845320" cy="1406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C5BD0A3-18FE-9219-8158-9E8642588B58}"/>
              </a:ext>
            </a:extLst>
          </p:cNvPr>
          <p:cNvCxnSpPr>
            <a:cxnSpLocks/>
          </p:cNvCxnSpPr>
          <p:nvPr/>
        </p:nvCxnSpPr>
        <p:spPr>
          <a:xfrm flipH="1">
            <a:off x="3898770" y="1782054"/>
            <a:ext cx="363867" cy="728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99">
            <a:extLst>
              <a:ext uri="{FF2B5EF4-FFF2-40B4-BE49-F238E27FC236}">
                <a16:creationId xmlns:a16="http://schemas.microsoft.com/office/drawing/2014/main" id="{F5B41C92-D6F5-295B-1242-4C95ED4D94B8}"/>
              </a:ext>
            </a:extLst>
          </p:cNvPr>
          <p:cNvSpPr/>
          <p:nvPr/>
        </p:nvSpPr>
        <p:spPr>
          <a:xfrm>
            <a:off x="9565078" y="4128324"/>
            <a:ext cx="162917" cy="27600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800" b="1" dirty="0">
              <a:ea typeface="Calibri"/>
              <a:cs typeface="Calibri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1C5216C-8255-54FE-FAEA-A5048A35AD36}"/>
              </a:ext>
            </a:extLst>
          </p:cNvPr>
          <p:cNvSpPr/>
          <p:nvPr/>
        </p:nvSpPr>
        <p:spPr>
          <a:xfrm>
            <a:off x="9307242" y="3769247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chemeClr val="tx1"/>
                </a:solidFill>
                <a:ea typeface="Calibri"/>
                <a:cs typeface="Calibri"/>
              </a:rPr>
              <a:t>SR3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A87E23F-42F7-9E5B-DBC4-8F38EA7D5997}"/>
              </a:ext>
            </a:extLst>
          </p:cNvPr>
          <p:cNvSpPr/>
          <p:nvPr/>
        </p:nvSpPr>
        <p:spPr>
          <a:xfrm>
            <a:off x="9913371" y="4217282"/>
            <a:ext cx="64422" cy="98087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dirty="0">
              <a:solidFill>
                <a:srgbClr val="FF0000"/>
              </a:solidFill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A3377AF-DD24-80AE-7A7A-B4719615154B}"/>
              </a:ext>
            </a:extLst>
          </p:cNvPr>
          <p:cNvCxnSpPr>
            <a:cxnSpLocks/>
          </p:cNvCxnSpPr>
          <p:nvPr/>
        </p:nvCxnSpPr>
        <p:spPr>
          <a:xfrm>
            <a:off x="9720036" y="4282618"/>
            <a:ext cx="200755" cy="23639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A9B318E-2B00-61CD-3111-82163D66241A}"/>
              </a:ext>
            </a:extLst>
          </p:cNvPr>
          <p:cNvCxnSpPr>
            <a:cxnSpLocks/>
          </p:cNvCxnSpPr>
          <p:nvPr/>
        </p:nvCxnSpPr>
        <p:spPr>
          <a:xfrm>
            <a:off x="10043377" y="4282618"/>
            <a:ext cx="200755" cy="23639"/>
          </a:xfrm>
          <a:prstGeom prst="straightConnector1">
            <a:avLst/>
          </a:prstGeom>
          <a:ln w="19050" cmpd="dbl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B074B340-345C-49F4-C164-70DD2539ACD9}"/>
              </a:ext>
            </a:extLst>
          </p:cNvPr>
          <p:cNvSpPr/>
          <p:nvPr/>
        </p:nvSpPr>
        <p:spPr>
          <a:xfrm>
            <a:off x="9701718" y="3881639"/>
            <a:ext cx="628084" cy="272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dirty="0">
                <a:solidFill>
                  <a:srgbClr val="002060"/>
                </a:solidFill>
              </a:rPr>
              <a:t>N13</a:t>
            </a:r>
            <a:endParaRPr lang="en-IN" sz="8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A6A0098-02AA-6AAC-B1DF-DD9714D6186C}"/>
              </a:ext>
            </a:extLst>
          </p:cNvPr>
          <p:cNvCxnSpPr/>
          <p:nvPr/>
        </p:nvCxnSpPr>
        <p:spPr>
          <a:xfrm>
            <a:off x="5001802" y="1673352"/>
            <a:ext cx="16160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43CB188-2691-76DF-546A-DEAE548922EA}"/>
              </a:ext>
            </a:extLst>
          </p:cNvPr>
          <p:cNvCxnSpPr>
            <a:cxnSpLocks/>
          </p:cNvCxnSpPr>
          <p:nvPr/>
        </p:nvCxnSpPr>
        <p:spPr>
          <a:xfrm flipH="1">
            <a:off x="5084961" y="5730236"/>
            <a:ext cx="1713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64646B5D-F647-8EDE-5EFB-83C93068F782}"/>
              </a:ext>
            </a:extLst>
          </p:cNvPr>
          <p:cNvSpPr txBox="1"/>
          <p:nvPr/>
        </p:nvSpPr>
        <p:spPr>
          <a:xfrm>
            <a:off x="5380269" y="5819916"/>
            <a:ext cx="2877743" cy="462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Backward Move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52C7EE-3763-0693-B427-98F5661F89E4}"/>
              </a:ext>
            </a:extLst>
          </p:cNvPr>
          <p:cNvSpPr txBox="1"/>
          <p:nvPr/>
        </p:nvSpPr>
        <p:spPr>
          <a:xfrm>
            <a:off x="4998719" y="1794691"/>
            <a:ext cx="2877743" cy="462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Forward Move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E3D8DE4-35C2-2EF2-AC87-210F473C0824}"/>
                  </a:ext>
                </a:extLst>
              </p:cNvPr>
              <p:cNvSpPr txBox="1"/>
              <p:nvPr/>
            </p:nvSpPr>
            <p:spPr>
              <a:xfrm>
                <a:off x="7094343" y="4727394"/>
                <a:ext cx="162979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1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1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=1.04043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E3D8DE4-35C2-2EF2-AC87-210F473C0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343" y="4727394"/>
                <a:ext cx="1629792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A55E080-0FAF-8B2C-B90B-DD2A1973687F}"/>
                  </a:ext>
                </a:extLst>
              </p:cNvPr>
              <p:cNvSpPr txBox="1"/>
              <p:nvPr/>
            </p:nvSpPr>
            <p:spPr>
              <a:xfrm>
                <a:off x="4979670" y="5372476"/>
                <a:ext cx="22326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100" dirty="0">
                    <a:solidFill>
                      <a:schemeClr val="accent2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11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1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  <m:r>
                          <a:rPr lang="en-US" sz="11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sz="11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1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1.04043</m:t>
                    </m:r>
                  </m:oMath>
                </a14:m>
                <a:endParaRPr lang="en-US" sz="1100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A55E080-0FAF-8B2C-B90B-DD2A19736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670" y="5372476"/>
                <a:ext cx="2232660" cy="261610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6F24430-E034-C471-10E9-64093FE52573}"/>
                  </a:ext>
                </a:extLst>
              </p:cNvPr>
              <p:cNvSpPr txBox="1"/>
              <p:nvPr/>
            </p:nvSpPr>
            <p:spPr>
              <a:xfrm>
                <a:off x="4899178" y="2815659"/>
                <a:ext cx="223113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100" dirty="0">
                    <a:solidFill>
                      <a:schemeClr val="accent2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11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1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sz="11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=1.21132</m:t>
                    </m:r>
                  </m:oMath>
                </a14:m>
                <a:endParaRPr lang="en-US" sz="1100" dirty="0"/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6F24430-E034-C471-10E9-64093FE52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178" y="2815659"/>
                <a:ext cx="2231137" cy="261610"/>
              </a:xfrm>
              <a:prstGeom prst="rect">
                <a:avLst/>
              </a:prstGeom>
              <a:blipFill>
                <a:blip r:embed="rId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1BE7EE1-44E0-1A0F-D3AC-9A5BD919C373}"/>
                  </a:ext>
                </a:extLst>
              </p:cNvPr>
              <p:cNvSpPr txBox="1"/>
              <p:nvPr/>
            </p:nvSpPr>
            <p:spPr>
              <a:xfrm>
                <a:off x="3883153" y="4138097"/>
                <a:ext cx="152704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100" dirty="0">
                    <a:solidFill>
                      <a:schemeClr val="accent2"/>
                    </a:solidFill>
                  </a:rPr>
                  <a:t> = 1.05206</a:t>
                </a:r>
                <a:endParaRPr lang="en-US" sz="1100" dirty="0"/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1BE7EE1-44E0-1A0F-D3AC-9A5BD919C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153" y="4138097"/>
                <a:ext cx="1527047" cy="261610"/>
              </a:xfrm>
              <a:prstGeom prst="rect">
                <a:avLst/>
              </a:prstGeom>
              <a:blipFill>
                <a:blip r:embed="rId5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5C96D6D-5D48-E974-0C00-12B15FC7FC36}"/>
                  </a:ext>
                </a:extLst>
              </p:cNvPr>
              <p:cNvSpPr txBox="1"/>
              <p:nvPr/>
            </p:nvSpPr>
            <p:spPr>
              <a:xfrm>
                <a:off x="2331719" y="4495753"/>
                <a:ext cx="229129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100" dirty="0">
                    <a:solidFill>
                      <a:schemeClr val="accent2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11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1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1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1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=1.09408</m:t>
                    </m:r>
                  </m:oMath>
                </a14:m>
                <a:endParaRPr lang="en-US" sz="1100" dirty="0"/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5C96D6D-5D48-E974-0C00-12B15FC7F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719" y="4495753"/>
                <a:ext cx="2291292" cy="261610"/>
              </a:xfrm>
              <a:prstGeom prst="rect">
                <a:avLst/>
              </a:prstGeom>
              <a:blipFill>
                <a:blip r:embed="rId6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59292F9-30DE-2091-9F84-22E871BCD1E5}"/>
                  </a:ext>
                </a:extLst>
              </p:cNvPr>
              <p:cNvSpPr txBox="1"/>
              <p:nvPr/>
            </p:nvSpPr>
            <p:spPr>
              <a:xfrm>
                <a:off x="2366769" y="2258461"/>
                <a:ext cx="242468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100" dirty="0">
                    <a:solidFill>
                      <a:schemeClr val="accent2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11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1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sz="11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=1.09408</m:t>
                    </m:r>
                  </m:oMath>
                </a14:m>
                <a:endParaRPr lang="en-US" sz="110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59292F9-30DE-2091-9F84-22E871BCD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769" y="2258461"/>
                <a:ext cx="2424684" cy="261610"/>
              </a:xfrm>
              <a:prstGeom prst="rect">
                <a:avLst/>
              </a:prstGeom>
              <a:blipFill>
                <a:blip r:embed="rId7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7FC0C0F-088E-67B7-CC31-6665C32A28D1}"/>
                  </a:ext>
                </a:extLst>
              </p:cNvPr>
              <p:cNvSpPr txBox="1"/>
              <p:nvPr/>
            </p:nvSpPr>
            <p:spPr>
              <a:xfrm>
                <a:off x="713233" y="3059925"/>
                <a:ext cx="14538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=0.19</m:t>
                      </m:r>
                    </m:oMath>
                  </m:oMathPara>
                </a14:m>
                <a:endParaRPr lang="en-US" sz="1100" b="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7FC0C0F-088E-67B7-CC31-6665C32A2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33" y="3059925"/>
                <a:ext cx="1453896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74D43D6-79F1-C3A7-1F26-A8C4433306FA}"/>
              </a:ext>
            </a:extLst>
          </p:cNvPr>
          <p:cNvCxnSpPr/>
          <p:nvPr/>
        </p:nvCxnSpPr>
        <p:spPr>
          <a:xfrm>
            <a:off x="1819656" y="3200400"/>
            <a:ext cx="2560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90AC4C4-D065-CBBB-CB2E-407E32AA13AF}"/>
                  </a:ext>
                </a:extLst>
              </p:cNvPr>
              <p:cNvSpPr txBox="1"/>
              <p:nvPr/>
            </p:nvSpPr>
            <p:spPr>
              <a:xfrm>
                <a:off x="621792" y="3855950"/>
                <a:ext cx="1453896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=0.19</m:t>
                      </m:r>
                    </m:oMath>
                  </m:oMathPara>
                </a14:m>
                <a:endParaRPr lang="en-US" sz="1100" b="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 </a:t>
                </a:r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90AC4C4-D065-CBBB-CB2E-407E32AA1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" y="3855950"/>
                <a:ext cx="1453896" cy="5078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1BA62CB-B9E3-AC69-52C7-0FAB9A79690D}"/>
                  </a:ext>
                </a:extLst>
              </p:cNvPr>
              <p:cNvSpPr txBox="1"/>
              <p:nvPr/>
            </p:nvSpPr>
            <p:spPr>
              <a:xfrm>
                <a:off x="3579111" y="4975973"/>
                <a:ext cx="14538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=0.12</m:t>
                      </m:r>
                    </m:oMath>
                  </m:oMathPara>
                </a14:m>
                <a:endParaRPr lang="en-US" sz="1100" b="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1BA62CB-B9E3-AC69-52C7-0FAB9A796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111" y="4975973"/>
                <a:ext cx="1453896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AC3E7DBC-50A1-F0D3-919B-D13139022FCC}"/>
              </a:ext>
            </a:extLst>
          </p:cNvPr>
          <p:cNvCxnSpPr/>
          <p:nvPr/>
        </p:nvCxnSpPr>
        <p:spPr>
          <a:xfrm>
            <a:off x="1819656" y="3980765"/>
            <a:ext cx="2560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6C4A550-A9C2-A05F-A628-5C2264AEDE09}"/>
                  </a:ext>
                </a:extLst>
              </p:cNvPr>
              <p:cNvSpPr txBox="1"/>
              <p:nvPr/>
            </p:nvSpPr>
            <p:spPr>
              <a:xfrm>
                <a:off x="1819656" y="2520071"/>
                <a:ext cx="254050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11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06624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6C4A550-A9C2-A05F-A628-5C2264AED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656" y="2520071"/>
                <a:ext cx="2540507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8F7F900-16E0-8791-E633-C20009968904}"/>
                  </a:ext>
                </a:extLst>
              </p:cNvPr>
              <p:cNvSpPr txBox="1"/>
              <p:nvPr/>
            </p:nvSpPr>
            <p:spPr>
              <a:xfrm>
                <a:off x="1703834" y="4238964"/>
                <a:ext cx="254050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11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06624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8F7F900-16E0-8791-E633-C20009968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834" y="4238964"/>
                <a:ext cx="2540507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DF97887-F844-06BD-5524-BABEAD99D8E1}"/>
                  </a:ext>
                </a:extLst>
              </p:cNvPr>
              <p:cNvSpPr txBox="1"/>
              <p:nvPr/>
            </p:nvSpPr>
            <p:spPr>
              <a:xfrm>
                <a:off x="4252377" y="2998770"/>
                <a:ext cx="254050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11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21602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DF97887-F844-06BD-5524-BABEAD99D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377" y="2998770"/>
                <a:ext cx="2540507" cy="2616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53F2E47-87B5-2919-74DC-A59C76719B24}"/>
                  </a:ext>
                </a:extLst>
              </p:cNvPr>
              <p:cNvSpPr txBox="1"/>
              <p:nvPr/>
            </p:nvSpPr>
            <p:spPr>
              <a:xfrm>
                <a:off x="4306059" y="5185845"/>
                <a:ext cx="254050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11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53F2E47-87B5-2919-74DC-A59C76719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059" y="5185845"/>
                <a:ext cx="2540507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5BB6C91D-F2A3-7B85-842B-902CCD2C51F1}"/>
                  </a:ext>
                </a:extLst>
              </p:cNvPr>
              <p:cNvSpPr txBox="1"/>
              <p:nvPr/>
            </p:nvSpPr>
            <p:spPr>
              <a:xfrm>
                <a:off x="4475225" y="3451353"/>
                <a:ext cx="2310382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38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5BB6C91D-F2A3-7B85-842B-902CCD2C5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225" y="3451353"/>
                <a:ext cx="2310382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151E132-FC6E-F66E-B62D-B0BED6654661}"/>
                  </a:ext>
                </a:extLst>
              </p:cNvPr>
              <p:cNvSpPr txBox="1"/>
              <p:nvPr/>
            </p:nvSpPr>
            <p:spPr>
              <a:xfrm>
                <a:off x="2485969" y="4935109"/>
                <a:ext cx="609447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=0.1</m:t>
                      </m:r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151E132-FC6E-F66E-B62D-B0BED6654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969" y="4935109"/>
                <a:ext cx="6094476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F5BB444-790C-2307-8AFB-F7CE2F06184B}"/>
                  </a:ext>
                </a:extLst>
              </p:cNvPr>
              <p:cNvSpPr txBox="1"/>
              <p:nvPr/>
            </p:nvSpPr>
            <p:spPr>
              <a:xfrm>
                <a:off x="7094343" y="4369769"/>
                <a:ext cx="162979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F5BB444-790C-2307-8AFB-F7CE2F061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343" y="4369769"/>
                <a:ext cx="1629792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98ACB72-999E-B0C9-E590-65BF472F78FC}"/>
                  </a:ext>
                </a:extLst>
              </p:cNvPr>
              <p:cNvSpPr txBox="1"/>
              <p:nvPr/>
            </p:nvSpPr>
            <p:spPr>
              <a:xfrm>
                <a:off x="8002522" y="4620257"/>
                <a:ext cx="2310382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98ACB72-999E-B0C9-E590-65BF472F7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522" y="4620257"/>
                <a:ext cx="2310382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9C02EA0A-B01E-3241-BBEE-8021298C0D4A}"/>
                  </a:ext>
                </a:extLst>
              </p:cNvPr>
              <p:cNvSpPr txBox="1"/>
              <p:nvPr/>
            </p:nvSpPr>
            <p:spPr>
              <a:xfrm>
                <a:off x="8002522" y="4817770"/>
                <a:ext cx="254050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9C02EA0A-B01E-3241-BBEE-8021298C0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522" y="4817770"/>
                <a:ext cx="2540507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AC85EAA-CABB-9E34-31D7-B94264FFEC17}"/>
                  </a:ext>
                </a:extLst>
              </p:cNvPr>
              <p:cNvSpPr txBox="1"/>
              <p:nvPr/>
            </p:nvSpPr>
            <p:spPr>
              <a:xfrm>
                <a:off x="1480564" y="3666042"/>
                <a:ext cx="609447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AC85EAA-CABB-9E34-31D7-B94264FFE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564" y="3666042"/>
                <a:ext cx="6094476" cy="2616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6366BAC-2D2D-45FD-7AD5-F1A73572257A}"/>
                  </a:ext>
                </a:extLst>
              </p:cNvPr>
              <p:cNvSpPr txBox="1"/>
              <p:nvPr/>
            </p:nvSpPr>
            <p:spPr>
              <a:xfrm>
                <a:off x="696338" y="3221192"/>
                <a:ext cx="14538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0.189958</m:t>
                      </m:r>
                    </m:oMath>
                  </m:oMathPara>
                </a14:m>
                <a:endParaRPr lang="en-US" sz="1100" b="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6366BAC-2D2D-45FD-7AD5-F1A735722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38" y="3221192"/>
                <a:ext cx="1453896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A3BDB8C-390A-BF75-CBD9-4AA9D4219F46}"/>
                  </a:ext>
                </a:extLst>
              </p:cNvPr>
              <p:cNvSpPr txBox="1"/>
              <p:nvPr/>
            </p:nvSpPr>
            <p:spPr>
              <a:xfrm>
                <a:off x="639834" y="4100305"/>
                <a:ext cx="1453896" cy="266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0.189958</m:t>
                      </m:r>
                    </m:oMath>
                  </m:oMathPara>
                </a14:m>
                <a:endParaRPr lang="en-US" sz="1100" b="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A3BDB8C-390A-BF75-CBD9-4AA9D4219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34" y="4100305"/>
                <a:ext cx="1453896" cy="26699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0799D808-A41B-47C1-8D19-964E937E2573}"/>
                  </a:ext>
                </a:extLst>
              </p:cNvPr>
              <p:cNvSpPr txBox="1"/>
              <p:nvPr/>
            </p:nvSpPr>
            <p:spPr>
              <a:xfrm>
                <a:off x="3627470" y="5180510"/>
                <a:ext cx="1453896" cy="266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0.119998</m:t>
                      </m:r>
                    </m:oMath>
                  </m:oMathPara>
                </a14:m>
                <a:endParaRPr lang="en-US" sz="1100" b="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0799D808-A41B-47C1-8D19-964E937E2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470" y="5180510"/>
                <a:ext cx="1453896" cy="26699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F22DB7D-A51F-18DE-31F0-704A18F6E28D}"/>
                  </a:ext>
                </a:extLst>
              </p:cNvPr>
              <p:cNvSpPr txBox="1"/>
              <p:nvPr/>
            </p:nvSpPr>
            <p:spPr>
              <a:xfrm>
                <a:off x="4936623" y="5075462"/>
                <a:ext cx="1453896" cy="266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0.119998</m:t>
                      </m:r>
                    </m:oMath>
                  </m:oMathPara>
                </a14:m>
                <a:endParaRPr lang="en-US" sz="1100" b="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F22DB7D-A51F-18DE-31F0-704A18F6E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623" y="5075462"/>
                <a:ext cx="1453896" cy="26699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01DFE6E6-2C2D-6B04-2DD4-F0C60C589C52}"/>
                  </a:ext>
                </a:extLst>
              </p:cNvPr>
              <p:cNvSpPr txBox="1"/>
              <p:nvPr/>
            </p:nvSpPr>
            <p:spPr>
              <a:xfrm>
                <a:off x="4913827" y="3259661"/>
                <a:ext cx="1453896" cy="266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11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0.375588</m:t>
                      </m:r>
                    </m:oMath>
                  </m:oMathPara>
                </a14:m>
                <a:endParaRPr lang="en-US" sz="1100" b="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01DFE6E6-2C2D-6B04-2DD4-F0C60C589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827" y="3259661"/>
                <a:ext cx="1453896" cy="26699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1A697F89-8B8D-3515-61B2-209C84AD3C2B}"/>
                  </a:ext>
                </a:extLst>
              </p:cNvPr>
              <p:cNvSpPr txBox="1"/>
              <p:nvPr/>
            </p:nvSpPr>
            <p:spPr>
              <a:xfrm>
                <a:off x="1713583" y="2388968"/>
                <a:ext cx="254050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11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0787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1A697F89-8B8D-3515-61B2-209C84AD3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583" y="2388968"/>
                <a:ext cx="2540507" cy="2616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CC1E33B-54C7-016E-712B-7333F705C99E}"/>
                  </a:ext>
                </a:extLst>
              </p:cNvPr>
              <p:cNvSpPr txBox="1"/>
              <p:nvPr/>
            </p:nvSpPr>
            <p:spPr>
              <a:xfrm>
                <a:off x="1645215" y="4388566"/>
                <a:ext cx="254050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11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0787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CC1E33B-54C7-016E-712B-7333F705C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215" y="4388566"/>
                <a:ext cx="2540507" cy="2616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8726D30E-30D1-A0CE-1F1F-0C6E817B88CB}"/>
                  </a:ext>
                </a:extLst>
              </p:cNvPr>
              <p:cNvSpPr txBox="1"/>
              <p:nvPr/>
            </p:nvSpPr>
            <p:spPr>
              <a:xfrm>
                <a:off x="4321696" y="3114474"/>
                <a:ext cx="2540507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0.259092</m:t>
                      </m:r>
                    </m:oMath>
                  </m:oMathPara>
                </a14:m>
              </a:p>
              <a:p>
                <a:pPr/>
                <a:endParaRPr lang="en-US" sz="1100" dirty="0"/>
              </a:p>
            </p:txBody>
          </p:sp>
        </mc:Choice>
        <mc:Fallback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8726D30E-30D1-A0CE-1F1F-0C6E817B8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1696" y="3114474"/>
                <a:ext cx="2540507" cy="430887"/>
              </a:xfrm>
              <a:prstGeom prst="rect">
                <a:avLst/>
              </a:prstGeom>
              <a:blipFill>
                <a:blip r:embed="rId28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969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20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20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0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9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4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9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2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7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6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1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6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1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6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5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4"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9"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89" grpId="0"/>
      <p:bldP spid="90" grpId="0"/>
      <p:bldP spid="91" grpId="0"/>
      <p:bldP spid="92" grpId="0"/>
      <p:bldP spid="95" grpId="0"/>
      <p:bldP spid="99" grpId="0"/>
      <p:bldP spid="102" grpId="0" build="allAtOnce"/>
      <p:bldP spid="103" grpId="0" build="allAtOnce"/>
      <p:bldP spid="104" grpId="0" build="allAtOnce"/>
      <p:bldP spid="107" grpId="0"/>
      <p:bldP spid="107" grpId="1"/>
      <p:bldP spid="109" grpId="0" build="allAtOnce"/>
      <p:bldP spid="110" grpId="0" build="allAtOnce"/>
      <p:bldP spid="111" grpId="0"/>
      <p:bldP spid="112" grpId="0"/>
      <p:bldP spid="114" grpId="0" build="allAtOnce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74F1C7-5A00-C385-7AB7-1695290D2A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3494" y="4005072"/>
            <a:ext cx="4811354" cy="2123046"/>
          </a:xfr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0EBE457-6267-D68C-B283-69A5EFA5D7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496520"/>
            <a:ext cx="10287000" cy="111872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77FA995-86CD-CAA4-0646-7BF33BCDF0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675" y="234823"/>
            <a:ext cx="11079163" cy="53841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Demo 1: Hybrid arbitration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8A0E2D-25DD-E5B5-6ECC-A0EA3AE65F43}"/>
                  </a:ext>
                </a:extLst>
              </p:cNvPr>
              <p:cNvSpPr txBox="1"/>
              <p:nvPr/>
            </p:nvSpPr>
            <p:spPr>
              <a:xfrm>
                <a:off x="4626864" y="1737360"/>
                <a:ext cx="15636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8A0E2D-25DD-E5B5-6ECC-A0EA3AE65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864" y="1737360"/>
                <a:ext cx="1563624" cy="369332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9313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52C38875BF54E8BECD10629132D8D" ma:contentTypeVersion="6" ma:contentTypeDescription="Create a new document." ma:contentTypeScope="" ma:versionID="2117dcca7870b83d47d794a40c6ad2fb">
  <xsd:schema xmlns:xsd="http://www.w3.org/2001/XMLSchema" xmlns:xs="http://www.w3.org/2001/XMLSchema" xmlns:p="http://schemas.microsoft.com/office/2006/metadata/properties" xmlns:ns3="cf6b262d-64b1-48de-8710-0fc3c93bfca9" targetNamespace="http://schemas.microsoft.com/office/2006/metadata/properties" ma:root="true" ma:fieldsID="add902ff20dc9683d596800b2ea73817" ns3:_="">
    <xsd:import namespace="cf6b262d-64b1-48de-8710-0fc3c93bfc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262d-64b1-48de-8710-0fc3c93bfc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6b262d-64b1-48de-8710-0fc3c93bfca9" xsi:nil="true"/>
  </documentManagement>
</p:properties>
</file>

<file path=customXml/itemProps1.xml><?xml version="1.0" encoding="utf-8"?>
<ds:datastoreItem xmlns:ds="http://schemas.openxmlformats.org/officeDocument/2006/customXml" ds:itemID="{F7205151-9E1A-47E5-A885-B6E6E8F913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6b262d-64b1-48de-8710-0fc3c93bf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1E5A97-C722-4A45-B31D-1DF3095EEB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E6AC34-BF57-4F43-B2CC-A9B10A30956C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terms/"/>
    <ds:schemaRef ds:uri="http://schemas.openxmlformats.org/package/2006/metadata/core-properties"/>
    <ds:schemaRef ds:uri="cf6b262d-64b1-48de-8710-0fc3c93bfca9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258</Words>
  <Application>Microsoft Office PowerPoint</Application>
  <PresentationFormat>Widescreen</PresentationFormat>
  <Paragraphs>96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Agenda</vt:lpstr>
      <vt:lpstr>Introduce to .DoT file</vt:lpstr>
      <vt:lpstr>How this Tool  is Working ?</vt:lpstr>
      <vt:lpstr>Demo 1: Hybrid arbitration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1</cp:revision>
  <dcterms:created xsi:type="dcterms:W3CDTF">2025-03-17T09:38:06Z</dcterms:created>
  <dcterms:modified xsi:type="dcterms:W3CDTF">2025-03-17T13:53:15Z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0x0101009A552C38875BF54E8BECD10629132D8D</vt:lpwstr>
  </property>
</Properties>
</file>