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6A9AC0-930F-4E81-995F-6C5D9F0C247F}" v="103" dt="2025-08-18T15:52:38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rna Ganguly" userId="d4fda7c1-0ef8-4822-bfe9-6b5bc1c0f78d" providerId="ADAL" clId="{BD6A9AC0-930F-4E81-995F-6C5D9F0C247F}"/>
    <pc:docChg chg="undo custSel modSld">
      <pc:chgData name="Anuparna Ganguly" userId="d4fda7c1-0ef8-4822-bfe9-6b5bc1c0f78d" providerId="ADAL" clId="{BD6A9AC0-930F-4E81-995F-6C5D9F0C247F}" dt="2025-08-18T15:52:38.453" v="134" actId="20577"/>
      <pc:docMkLst>
        <pc:docMk/>
      </pc:docMkLst>
      <pc:sldChg chg="delSp modSp mod modAnim">
        <pc:chgData name="Anuparna Ganguly" userId="d4fda7c1-0ef8-4822-bfe9-6b5bc1c0f78d" providerId="ADAL" clId="{BD6A9AC0-930F-4E81-995F-6C5D9F0C247F}" dt="2025-08-18T15:52:38.453" v="134" actId="20577"/>
        <pc:sldMkLst>
          <pc:docMk/>
          <pc:sldMk cId="2022708335" sldId="263"/>
        </pc:sldMkLst>
        <pc:spChg chg="mod">
          <ac:chgData name="Anuparna Ganguly" userId="d4fda7c1-0ef8-4822-bfe9-6b5bc1c0f78d" providerId="ADAL" clId="{BD6A9AC0-930F-4E81-995F-6C5D9F0C247F}" dt="2025-08-18T15:52:38.453" v="134" actId="20577"/>
          <ac:spMkLst>
            <pc:docMk/>
            <pc:sldMk cId="2022708335" sldId="263"/>
            <ac:spMk id="4" creationId="{78331F08-000F-EAC5-8DA3-37C9034AACCC}"/>
          </ac:spMkLst>
        </pc:spChg>
        <pc:spChg chg="mod">
          <ac:chgData name="Anuparna Ganguly" userId="d4fda7c1-0ef8-4822-bfe9-6b5bc1c0f78d" providerId="ADAL" clId="{BD6A9AC0-930F-4E81-995F-6C5D9F0C247F}" dt="2025-08-18T15:41:41.484" v="82" actId="1076"/>
          <ac:spMkLst>
            <pc:docMk/>
            <pc:sldMk cId="2022708335" sldId="263"/>
            <ac:spMk id="70" creationId="{0E204352-0F5A-4E8E-10F7-DC860054798F}"/>
          </ac:spMkLst>
        </pc:spChg>
        <pc:spChg chg="mod">
          <ac:chgData name="Anuparna Ganguly" userId="d4fda7c1-0ef8-4822-bfe9-6b5bc1c0f78d" providerId="ADAL" clId="{BD6A9AC0-930F-4E81-995F-6C5D9F0C247F}" dt="2025-08-18T15:19:12.271" v="3" actId="1076"/>
          <ac:spMkLst>
            <pc:docMk/>
            <pc:sldMk cId="2022708335" sldId="263"/>
            <ac:spMk id="84" creationId="{F9B4B889-AD45-D876-BCA0-802F4A5CA8BF}"/>
          </ac:spMkLst>
        </pc:spChg>
        <pc:spChg chg="mod">
          <ac:chgData name="Anuparna Ganguly" userId="d4fda7c1-0ef8-4822-bfe9-6b5bc1c0f78d" providerId="ADAL" clId="{BD6A9AC0-930F-4E81-995F-6C5D9F0C247F}" dt="2025-08-18T15:35:27.009" v="33" actId="1076"/>
          <ac:spMkLst>
            <pc:docMk/>
            <pc:sldMk cId="2022708335" sldId="263"/>
            <ac:spMk id="87" creationId="{EE1F4BFA-C08E-1DA2-C2F2-E74933E9A01C}"/>
          </ac:spMkLst>
        </pc:spChg>
        <pc:spChg chg="mod">
          <ac:chgData name="Anuparna Ganguly" userId="d4fda7c1-0ef8-4822-bfe9-6b5bc1c0f78d" providerId="ADAL" clId="{BD6A9AC0-930F-4E81-995F-6C5D9F0C247F}" dt="2025-08-18T15:19:29.824" v="6" actId="1076"/>
          <ac:spMkLst>
            <pc:docMk/>
            <pc:sldMk cId="2022708335" sldId="263"/>
            <ac:spMk id="91" creationId="{892D8513-4AF0-B9EC-156E-7C97C2FC2876}"/>
          </ac:spMkLst>
        </pc:spChg>
        <pc:picChg chg="mod">
          <ac:chgData name="Anuparna Ganguly" userId="d4fda7c1-0ef8-4822-bfe9-6b5bc1c0f78d" providerId="ADAL" clId="{BD6A9AC0-930F-4E81-995F-6C5D9F0C247F}" dt="2025-08-18T15:19:02.929" v="2" actId="1076"/>
          <ac:picMkLst>
            <pc:docMk/>
            <pc:sldMk cId="2022708335" sldId="263"/>
            <ac:picMk id="12" creationId="{3E03C341-A18F-11E9-8F51-B7072DD22E42}"/>
          </ac:picMkLst>
        </pc:picChg>
        <pc:picChg chg="mod">
          <ac:chgData name="Anuparna Ganguly" userId="d4fda7c1-0ef8-4822-bfe9-6b5bc1c0f78d" providerId="ADAL" clId="{BD6A9AC0-930F-4E81-995F-6C5D9F0C247F}" dt="2025-08-18T15:19:25.585" v="5" actId="1076"/>
          <ac:picMkLst>
            <pc:docMk/>
            <pc:sldMk cId="2022708335" sldId="263"/>
            <ac:picMk id="14" creationId="{874BA23B-1D39-93DE-E779-FFA59834D09F}"/>
          </ac:picMkLst>
        </pc:picChg>
        <pc:cxnChg chg="del">
          <ac:chgData name="Anuparna Ganguly" userId="d4fda7c1-0ef8-4822-bfe9-6b5bc1c0f78d" providerId="ADAL" clId="{BD6A9AC0-930F-4E81-995F-6C5D9F0C247F}" dt="2025-08-18T15:39:41.050" v="61" actId="478"/>
          <ac:cxnSpMkLst>
            <pc:docMk/>
            <pc:sldMk cId="2022708335" sldId="263"/>
            <ac:cxnSpMk id="41" creationId="{FC5B72AA-DA79-1804-EB66-D1B355F32590}"/>
          </ac:cxnSpMkLst>
        </pc:cxnChg>
        <pc:cxnChg chg="del">
          <ac:chgData name="Anuparna Ganguly" userId="d4fda7c1-0ef8-4822-bfe9-6b5bc1c0f78d" providerId="ADAL" clId="{BD6A9AC0-930F-4E81-995F-6C5D9F0C247F}" dt="2025-08-18T15:39:59.864" v="64" actId="478"/>
          <ac:cxnSpMkLst>
            <pc:docMk/>
            <pc:sldMk cId="2022708335" sldId="263"/>
            <ac:cxnSpMk id="43" creationId="{D16C2B11-9755-C4CD-E464-D0BE0C72162A}"/>
          </ac:cxnSpMkLst>
        </pc:cxnChg>
        <pc:cxnChg chg="mod">
          <ac:chgData name="Anuparna Ganguly" userId="d4fda7c1-0ef8-4822-bfe9-6b5bc1c0f78d" providerId="ADAL" clId="{BD6A9AC0-930F-4E81-995F-6C5D9F0C247F}" dt="2025-08-18T15:35:31.302" v="34" actId="14100"/>
          <ac:cxnSpMkLst>
            <pc:docMk/>
            <pc:sldMk cId="2022708335" sldId="263"/>
            <ac:cxnSpMk id="89" creationId="{A7A5CD72-FFE2-9E19-C0B0-14309C52899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2B27-EBDF-79F5-BE74-D67C90503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0285D-5D81-19B9-142C-E9511619A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F98E2-0334-B381-30CC-BBF8DBE1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E994D-9E21-E0BE-813A-25C4D62A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B5C5-BA7F-56E6-FA0E-8125B7DC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2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FE82-ED18-3DC9-73CE-906243E2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45F5-F83F-3814-2D55-658C514BD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DA46E-A667-1AE4-1739-1A322EDD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39912-E574-63ED-FA31-D5F249B3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37388-3E10-9CCC-942B-EFACACB4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08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885A-768E-4014-DE83-8BBA75F4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7BAA6-387E-EFE3-0657-DC18952AF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747B3-A41E-326D-17FA-ACC25647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AF26C-6CDF-A617-B55F-84198CE0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56C30-C6B2-A9A3-6B7C-95D6A7A7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4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91B4-CD5D-E44B-59F3-58667F8D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EB2D0-A184-ED05-405C-8FDDA12E6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9F99E-6CD4-EE97-5600-2B5D0B45D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0121E-CD28-0AD4-38CF-AA69BE2D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C924E-CFFF-1D18-29C4-97DB69FA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76008-6C7C-99C1-E6FA-DD8BDB08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2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689E-3911-4FBE-3968-1EC6F683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0C802-1598-FC65-CB54-CDCB10E5A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A7AA-40F5-297E-4EC6-374C6A7E3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CBD6D-D251-F5E5-E42D-9686E150F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E5544-7726-15FD-24E1-1A80518C7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5719D-5997-1A9B-0F0D-45DF0C84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D5F67-99EF-A8B5-448B-4A6064D1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F3003-98EA-F242-17B5-BAE37ECD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3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9933-CBF4-0BAB-EF38-01278387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A353F-4705-8F9F-7C60-FDFC7CF8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47B55-E25C-4268-FDE0-6F521859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41571-8B07-EF44-14DF-C308F087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6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11950B-E851-EA04-A617-B8559EE3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5B6D2-F431-57F7-2928-45CB6FBA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6CD47-1575-7A61-52D0-42AEFB79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01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A754-C7E2-D4B7-680D-1D9975F6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D6505-894B-6FAC-4E78-EBD03754A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BF605-66F2-72EF-A9CB-DFD8C2479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863C7-961D-FE76-7A9D-56BCAC87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99A20-702D-7B93-EA6F-8163F4C4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E3E8F-AD96-F499-ED51-306628F5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1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FDD8-7597-0BB3-E6B5-1AE7B943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77DE5-693D-3790-1408-F783336B3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44BB1-43DD-D0F0-5D33-F4ECF0093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6C0B3-A93F-2AB3-E76A-AA3CE5DC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0DC30-AE5A-0D33-B638-479DA4AAA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8F0E3-496C-75BE-B85D-6B41735F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5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3A00-9BFD-D7C7-6E64-2A1B8450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5D657-6EB8-FB97-F498-682318E48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1471A-8D17-29C7-53C5-D9238AEE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27EFF-29F9-5C83-4AC9-6EEFFA1FF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9C30-9FEA-FEE2-70D9-632EDF00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3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9734F-C12B-D3C4-1DD0-0E12D9367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605E8-FC8C-F041-A3F4-8F45D7819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3DF35-DC76-D6B2-88D0-8E0371CB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AD66-135C-6EFB-2D6E-953D9915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78EC3-9CE2-47C4-E426-7EC2B025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2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E9470-7501-6ED4-C0CB-15CE8F69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B325A-59BF-8A9C-9762-4880DA7AC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2343B-7F54-81E1-4A6B-974482435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3DE4A-46E5-40BC-AB82-AC37187A242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91981-EAB3-3B21-6197-4D511075D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09A3-B076-87A2-E1A0-917D73F44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D3E76-13A6-4E70-85CC-E74C7BCC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92C8-DD01-1E1B-5774-737D1C63C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56F0F-195C-F01A-2512-D3DB8BC38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144" y="4270248"/>
            <a:ext cx="3279648" cy="950976"/>
          </a:xfrm>
        </p:spPr>
        <p:txBody>
          <a:bodyPr>
            <a:normAutofit/>
          </a:bodyPr>
          <a:lstStyle/>
          <a:p>
            <a:r>
              <a:rPr lang="en-US" sz="1800" dirty="0"/>
              <a:t>Anuparna Ganguly</a:t>
            </a:r>
          </a:p>
          <a:p>
            <a:r>
              <a:rPr lang="en-US" sz="1800" dirty="0">
                <a:solidFill>
                  <a:srgbClr val="00B050"/>
                </a:solidFill>
              </a:rPr>
              <a:t>18/08/2025</a:t>
            </a:r>
          </a:p>
        </p:txBody>
      </p:sp>
    </p:spTree>
    <p:extLst>
      <p:ext uri="{BB962C8B-B14F-4D97-AF65-F5344CB8AC3E}">
        <p14:creationId xmlns:p14="http://schemas.microsoft.com/office/powerpoint/2010/main" val="45677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86F6-76DF-CDD2-4FC2-E8A41A98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282829"/>
            <a:ext cx="11652504" cy="457835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Working flow of the 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31F08-000F-EAC5-8DA3-37C9034AACCC}"/>
              </a:ext>
            </a:extLst>
          </p:cNvPr>
          <p:cNvSpPr txBox="1"/>
          <p:nvPr/>
        </p:nvSpPr>
        <p:spPr>
          <a:xfrm>
            <a:off x="219542" y="3448019"/>
            <a:ext cx="2755949" cy="304698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tx2"/>
                </a:solidFill>
              </a:rPr>
              <a:t>Dot</a:t>
            </a:r>
          </a:p>
          <a:p>
            <a:r>
              <a:rPr lang="en-US" sz="800" dirty="0"/>
              <a:t>      graph</a:t>
            </a:r>
          </a:p>
          <a:p>
            <a:r>
              <a:rPr lang="en-US" sz="800" dirty="0"/>
              <a:t>              digraph</a:t>
            </a:r>
          </a:p>
          <a:p>
            <a:r>
              <a:rPr lang="en-US" sz="800" dirty="0"/>
              <a:t>               id_ : G</a:t>
            </a:r>
          </a:p>
          <a:p>
            <a:r>
              <a:rPr lang="en-US" sz="800" dirty="0"/>
              <a:t>                {</a:t>
            </a:r>
          </a:p>
          <a:p>
            <a:r>
              <a:rPr lang="en-US" sz="800" dirty="0"/>
              <a:t>                       </a:t>
            </a:r>
            <a:r>
              <a:rPr lang="en-US" sz="800" dirty="0" err="1"/>
              <a:t>stmt_list</a:t>
            </a:r>
            <a:endParaRPr lang="en-US" sz="800" dirty="0"/>
          </a:p>
          <a:p>
            <a:r>
              <a:rPr lang="en-US" sz="800" dirty="0"/>
              <a:t>                                </a:t>
            </a:r>
            <a:r>
              <a:rPr lang="en-US" sz="800" b="1" dirty="0" err="1"/>
              <a:t>stmt</a:t>
            </a:r>
            <a:endParaRPr lang="en-US" sz="800" b="1" dirty="0"/>
          </a:p>
          <a:p>
            <a:r>
              <a:rPr lang="en-US" sz="800" dirty="0"/>
              <a:t>	       id_ : </a:t>
            </a:r>
            <a:r>
              <a:rPr lang="en-US" sz="800" dirty="0" err="1"/>
              <a:t>rankdir</a:t>
            </a:r>
            <a:endParaRPr lang="en-US" sz="800" dirty="0"/>
          </a:p>
          <a:p>
            <a:r>
              <a:rPr lang="en-US" sz="800" dirty="0"/>
              <a:t>	         =</a:t>
            </a:r>
          </a:p>
          <a:p>
            <a:r>
              <a:rPr lang="en-US" sz="800" dirty="0"/>
              <a:t>	         id_ : “LR”</a:t>
            </a:r>
          </a:p>
          <a:p>
            <a:r>
              <a:rPr lang="en-US" sz="800" b="1" dirty="0"/>
              <a:t>	</a:t>
            </a:r>
            <a:r>
              <a:rPr lang="en-US" sz="800" b="1" dirty="0" err="1"/>
              <a:t>stmt</a:t>
            </a:r>
            <a:r>
              <a:rPr lang="en-US" sz="800" b="1" dirty="0"/>
              <a:t>(</a:t>
            </a:r>
            <a:r>
              <a:rPr lang="en-US" sz="800" b="1" dirty="0" err="1"/>
              <a:t>node_stmt</a:t>
            </a:r>
            <a:r>
              <a:rPr lang="en-US" sz="800" b="1"/>
              <a:t>): F</a:t>
            </a:r>
            <a:r>
              <a:rPr lang="en-US" sz="800"/>
              <a:t>1</a:t>
            </a:r>
            <a:endParaRPr lang="en-US" sz="800" dirty="0"/>
          </a:p>
          <a:p>
            <a:r>
              <a:rPr lang="en-US" sz="800" dirty="0"/>
              <a:t>	</a:t>
            </a:r>
            <a:r>
              <a:rPr lang="en-US" sz="800" b="1" dirty="0">
                <a:solidFill>
                  <a:srgbClr val="00B050"/>
                </a:solidFill>
              </a:rPr>
              <a:t>                </a:t>
            </a:r>
            <a:r>
              <a:rPr lang="en-US" sz="800" b="1" dirty="0" err="1">
                <a:solidFill>
                  <a:srgbClr val="00B050"/>
                </a:solidFill>
              </a:rPr>
              <a:t>attr</a:t>
            </a:r>
            <a:r>
              <a:rPr lang="en-US" sz="800" b="1" dirty="0">
                <a:solidFill>
                  <a:srgbClr val="00B050"/>
                </a:solidFill>
              </a:rPr>
              <a:t>:   rate </a:t>
            </a:r>
            <a:r>
              <a:rPr lang="en-US" sz="800" dirty="0"/>
              <a:t>= 0.03	                 </a:t>
            </a:r>
            <a:r>
              <a:rPr lang="en-US" sz="800" b="1" dirty="0" err="1">
                <a:solidFill>
                  <a:srgbClr val="00B050"/>
                </a:solidFill>
              </a:rPr>
              <a:t>attr</a:t>
            </a:r>
            <a:r>
              <a:rPr lang="en-US" sz="800" b="1" dirty="0">
                <a:solidFill>
                  <a:srgbClr val="00B050"/>
                </a:solidFill>
              </a:rPr>
              <a:t>:  label</a:t>
            </a:r>
            <a:r>
              <a:rPr lang="en-US" sz="800" dirty="0"/>
              <a:t>= “</a:t>
            </a:r>
            <a:r>
              <a:rPr lang="pt-BR" sz="800" dirty="0"/>
              <a:t>F1\n[rate: 	                 0.03]\n[CV2a: 0.97] “</a:t>
            </a:r>
          </a:p>
          <a:p>
            <a:r>
              <a:rPr lang="pt-BR" sz="800" dirty="0"/>
              <a:t>	</a:t>
            </a:r>
            <a:r>
              <a:rPr lang="pt-BR" sz="800" b="1" dirty="0">
                <a:solidFill>
                  <a:srgbClr val="00B050"/>
                </a:solidFill>
              </a:rPr>
              <a:t>                attr:  type </a:t>
            </a:r>
            <a:r>
              <a:rPr lang="pt-BR" sz="800" dirty="0"/>
              <a:t>= source</a:t>
            </a:r>
          </a:p>
          <a:p>
            <a:r>
              <a:rPr lang="pt-BR" sz="800" dirty="0"/>
              <a:t>	</a:t>
            </a:r>
            <a:r>
              <a:rPr lang="pt-BR" sz="800" b="1" dirty="0">
                <a:solidFill>
                  <a:srgbClr val="00B050"/>
                </a:solidFill>
              </a:rPr>
              <a:t>                attr:   cv </a:t>
            </a:r>
            <a:r>
              <a:rPr lang="pt-BR" sz="800" dirty="0"/>
              <a:t>= 0.82</a:t>
            </a:r>
          </a:p>
          <a:p>
            <a:r>
              <a:rPr lang="pt-BR" sz="800" dirty="0"/>
              <a:t>	                </a:t>
            </a:r>
            <a:r>
              <a:rPr lang="pt-BR" sz="800" b="1" dirty="0">
                <a:solidFill>
                  <a:srgbClr val="00B050"/>
                </a:solidFill>
              </a:rPr>
              <a:t>attr:   shape </a:t>
            </a:r>
            <a:r>
              <a:rPr lang="pt-BR" sz="800" dirty="0"/>
              <a:t>= rarrow</a:t>
            </a:r>
          </a:p>
          <a:p>
            <a:r>
              <a:rPr lang="pt-BR" sz="800" dirty="0"/>
              <a:t>	</a:t>
            </a:r>
            <a:r>
              <a:rPr lang="en-US" sz="800" b="1" dirty="0" err="1"/>
              <a:t>stmt</a:t>
            </a:r>
            <a:r>
              <a:rPr lang="en-US" sz="800" b="1" dirty="0"/>
              <a:t>(</a:t>
            </a:r>
            <a:r>
              <a:rPr lang="en-US" sz="800" b="1" dirty="0" err="1"/>
              <a:t>edge_stmt</a:t>
            </a:r>
            <a:r>
              <a:rPr lang="en-US" sz="800" b="1" dirty="0"/>
              <a:t>)</a:t>
            </a:r>
          </a:p>
          <a:p>
            <a:r>
              <a:rPr lang="en-US" sz="800" dirty="0"/>
              <a:t>	          </a:t>
            </a:r>
            <a:r>
              <a:rPr lang="en-US" sz="800" b="1" dirty="0" err="1">
                <a:solidFill>
                  <a:srgbClr val="00B050"/>
                </a:solidFill>
              </a:rPr>
              <a:t>node_id</a:t>
            </a:r>
            <a:r>
              <a:rPr lang="en-US" sz="800" b="1" dirty="0">
                <a:solidFill>
                  <a:srgbClr val="00B050"/>
                </a:solidFill>
              </a:rPr>
              <a:t> : </a:t>
            </a:r>
            <a:r>
              <a:rPr lang="en-US" sz="800" b="1" dirty="0"/>
              <a:t>F</a:t>
            </a:r>
            <a:r>
              <a:rPr lang="en-US" sz="800" dirty="0"/>
              <a:t>1</a:t>
            </a:r>
          </a:p>
          <a:p>
            <a:r>
              <a:rPr lang="en-US" sz="800" dirty="0"/>
              <a:t>	           </a:t>
            </a:r>
            <a:r>
              <a:rPr lang="en-US" sz="800" b="1" dirty="0" err="1">
                <a:solidFill>
                  <a:srgbClr val="00B050"/>
                </a:solidFill>
              </a:rPr>
              <a:t>edgeRHS</a:t>
            </a:r>
            <a:endParaRPr lang="en-US" sz="800" b="1" dirty="0">
              <a:solidFill>
                <a:srgbClr val="00B050"/>
              </a:solidFill>
            </a:endParaRPr>
          </a:p>
          <a:p>
            <a:r>
              <a:rPr lang="en-US" sz="800" dirty="0"/>
              <a:t>	                     </a:t>
            </a:r>
            <a:r>
              <a:rPr lang="en-US" sz="800" dirty="0" err="1"/>
              <a:t>egdeop</a:t>
            </a:r>
            <a:r>
              <a:rPr lang="en-US" sz="800" dirty="0"/>
              <a:t>: -&gt;</a:t>
            </a:r>
          </a:p>
          <a:p>
            <a:r>
              <a:rPr lang="en-US" sz="800" dirty="0"/>
              <a:t>                                                                  </a:t>
            </a:r>
            <a:r>
              <a:rPr lang="en-US" sz="800" dirty="0" err="1"/>
              <a:t>node_id</a:t>
            </a:r>
            <a:r>
              <a:rPr lang="en-US" sz="800" dirty="0"/>
              <a:t>: Q1</a:t>
            </a:r>
          </a:p>
          <a:p>
            <a:r>
              <a:rPr lang="en-US" sz="800" b="1" dirty="0"/>
              <a:t>                                            </a:t>
            </a:r>
            <a:r>
              <a:rPr lang="en-US" sz="800" b="1" dirty="0" err="1"/>
              <a:t>stmt</a:t>
            </a:r>
            <a:r>
              <a:rPr lang="en-US" sz="800" b="1" dirty="0"/>
              <a:t>(</a:t>
            </a:r>
            <a:r>
              <a:rPr lang="en-US" sz="800" b="1" dirty="0" err="1"/>
              <a:t>edge_stmt</a:t>
            </a:r>
            <a:r>
              <a:rPr lang="en-US" sz="800" b="1" dirty="0"/>
              <a:t>) </a:t>
            </a:r>
            <a:r>
              <a:rPr lang="en-US" sz="800" dirty="0"/>
              <a:t>: F2 - &gt;Q2</a:t>
            </a:r>
          </a:p>
          <a:p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03C341-A18F-11E9-8F51-B7072DD22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207" y="1168872"/>
            <a:ext cx="2867154" cy="1855560"/>
          </a:xfrm>
          <a:prstGeom prst="rect">
            <a:avLst/>
          </a:prstGeom>
        </p:spPr>
      </p:pic>
      <p:pic>
        <p:nvPicPr>
          <p:cNvPr id="14" name="Picture 13" descr="A diagram of a diagram&#10;&#10;AI-generated content may be incorrect.">
            <a:extLst>
              <a:ext uri="{FF2B5EF4-FFF2-40B4-BE49-F238E27FC236}">
                <a16:creationId xmlns:a16="http://schemas.microsoft.com/office/drawing/2014/main" id="{874BA23B-1D39-93DE-E779-FFA59834D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41" y="1647109"/>
            <a:ext cx="2867155" cy="582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DA45CD-E526-31E8-A5E4-A42715817CFA}"/>
              </a:ext>
            </a:extLst>
          </p:cNvPr>
          <p:cNvSpPr txBox="1"/>
          <p:nvPr/>
        </p:nvSpPr>
        <p:spPr>
          <a:xfrm>
            <a:off x="3273336" y="3578873"/>
            <a:ext cx="1106424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           </a:t>
            </a:r>
            <a:r>
              <a:rPr lang="en-US" sz="1100" b="1" dirty="0">
                <a:solidFill>
                  <a:srgbClr val="0070C0"/>
                </a:solidFill>
              </a:rPr>
              <a:t>F1</a:t>
            </a:r>
          </a:p>
          <a:p>
            <a:r>
              <a:rPr lang="en-US" sz="1100" dirty="0">
                <a:solidFill>
                  <a:srgbClr val="00B050"/>
                </a:solidFill>
              </a:rPr>
              <a:t>Class</a:t>
            </a:r>
            <a:r>
              <a:rPr lang="en-US" sz="1100" dirty="0"/>
              <a:t>: Injector</a:t>
            </a:r>
          </a:p>
          <a:p>
            <a:r>
              <a:rPr lang="en-US" sz="1100" dirty="0" err="1"/>
              <a:t>Inj_rate</a:t>
            </a:r>
            <a:r>
              <a:rPr lang="en-US" sz="1100" dirty="0"/>
              <a:t> – 0.03</a:t>
            </a:r>
          </a:p>
          <a:p>
            <a:r>
              <a:rPr lang="en-US" sz="1100" dirty="0" err="1"/>
              <a:t>Cv</a:t>
            </a:r>
            <a:r>
              <a:rPr lang="en-US" sz="1100" dirty="0"/>
              <a:t>- 0.97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825877-B595-830B-4061-709AB35A4BD4}"/>
              </a:ext>
            </a:extLst>
          </p:cNvPr>
          <p:cNvSpPr txBox="1"/>
          <p:nvPr/>
        </p:nvSpPr>
        <p:spPr>
          <a:xfrm>
            <a:off x="4563936" y="3526670"/>
            <a:ext cx="1106424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           </a:t>
            </a:r>
            <a:r>
              <a:rPr lang="en-US" sz="1100" b="1" dirty="0">
                <a:solidFill>
                  <a:srgbClr val="0070C0"/>
                </a:solidFill>
              </a:rPr>
              <a:t>Q1</a:t>
            </a:r>
          </a:p>
          <a:p>
            <a:r>
              <a:rPr lang="en-US" sz="1100" dirty="0">
                <a:solidFill>
                  <a:srgbClr val="00B050"/>
                </a:solidFill>
              </a:rPr>
              <a:t>Class</a:t>
            </a:r>
            <a:r>
              <a:rPr lang="en-US" sz="1100" dirty="0"/>
              <a:t>: Queue</a:t>
            </a:r>
          </a:p>
          <a:p>
            <a:r>
              <a:rPr lang="en-US" sz="1100" dirty="0"/>
              <a:t>depth –  4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DAF4D7-06C7-AABC-41C8-9E6FC2CA4532}"/>
              </a:ext>
            </a:extLst>
          </p:cNvPr>
          <p:cNvSpPr txBox="1"/>
          <p:nvPr/>
        </p:nvSpPr>
        <p:spPr>
          <a:xfrm>
            <a:off x="4443574" y="4190436"/>
            <a:ext cx="1362456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           </a:t>
            </a:r>
            <a:r>
              <a:rPr lang="en-US" sz="1100" b="1" dirty="0">
                <a:solidFill>
                  <a:srgbClr val="0070C0"/>
                </a:solidFill>
              </a:rPr>
              <a:t>RR1</a:t>
            </a:r>
          </a:p>
          <a:p>
            <a:r>
              <a:rPr lang="en-US" sz="1100" dirty="0">
                <a:solidFill>
                  <a:srgbClr val="00B050"/>
                </a:solidFill>
              </a:rPr>
              <a:t>Class</a:t>
            </a:r>
            <a:r>
              <a:rPr lang="en-US" sz="1100" dirty="0"/>
              <a:t>: </a:t>
            </a:r>
            <a:r>
              <a:rPr lang="en-US" sz="1100" dirty="0" err="1"/>
              <a:t>RoundRobinArbiter</a:t>
            </a:r>
            <a:endParaRPr lang="en-US" sz="1100" dirty="0"/>
          </a:p>
          <a:p>
            <a:r>
              <a:rPr lang="en-US" sz="1100" dirty="0" err="1"/>
              <a:t>Zero_load</a:t>
            </a:r>
            <a:r>
              <a:rPr lang="en-US" sz="1100" dirty="0"/>
              <a:t> – 0.0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40E379-9A9C-EFC3-4389-4AC73DB8FC27}"/>
              </a:ext>
            </a:extLst>
          </p:cNvPr>
          <p:cNvCxnSpPr>
            <a:cxnSpLocks/>
          </p:cNvCxnSpPr>
          <p:nvPr/>
        </p:nvCxnSpPr>
        <p:spPr>
          <a:xfrm>
            <a:off x="5806030" y="4147558"/>
            <a:ext cx="283464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679F347-F5EB-CBDD-6991-C929ADF1D941}"/>
              </a:ext>
            </a:extLst>
          </p:cNvPr>
          <p:cNvSpPr txBox="1"/>
          <p:nvPr/>
        </p:nvSpPr>
        <p:spPr>
          <a:xfrm>
            <a:off x="3295972" y="5273210"/>
            <a:ext cx="1214484" cy="1523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50" dirty="0"/>
              <a:t>F1 =&gt; SOURCE</a:t>
            </a:r>
          </a:p>
          <a:p>
            <a:pPr>
              <a:lnSpc>
                <a:spcPct val="150000"/>
              </a:lnSpc>
            </a:pPr>
            <a:r>
              <a:rPr lang="fr-FR" sz="1050" dirty="0"/>
              <a:t>F2 =&gt; SOURCE</a:t>
            </a:r>
          </a:p>
          <a:p>
            <a:pPr>
              <a:lnSpc>
                <a:spcPct val="150000"/>
              </a:lnSpc>
            </a:pPr>
            <a:r>
              <a:rPr lang="fr-FR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Q1 =&gt; QUEUE</a:t>
            </a:r>
          </a:p>
          <a:p>
            <a:pPr>
              <a:lnSpc>
                <a:spcPct val="150000"/>
              </a:lnSpc>
            </a:pPr>
            <a:r>
              <a:rPr lang="fr-FR" sz="1050" dirty="0"/>
              <a:t>Q2 =&gt; QUEUE</a:t>
            </a:r>
          </a:p>
          <a:p>
            <a:pPr>
              <a:lnSpc>
                <a:spcPct val="150000"/>
              </a:lnSpc>
            </a:pPr>
            <a:r>
              <a:rPr lang="fr-FR" sz="1050" dirty="0"/>
              <a:t>RR1 =&gt; ARBITER</a:t>
            </a:r>
          </a:p>
          <a:p>
            <a:pPr>
              <a:lnSpc>
                <a:spcPct val="150000"/>
              </a:lnSpc>
            </a:pPr>
            <a:r>
              <a:rPr lang="fr-FR" sz="1050" dirty="0"/>
              <a:t>SR1 =&gt; SERVER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4DCDDA-F1E0-9CD6-F9D9-36CB4F66E7F1}"/>
              </a:ext>
            </a:extLst>
          </p:cNvPr>
          <p:cNvSpPr txBox="1"/>
          <p:nvPr/>
        </p:nvSpPr>
        <p:spPr>
          <a:xfrm>
            <a:off x="3264408" y="5027888"/>
            <a:ext cx="1678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Symbol Table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07ACBF-C6D6-302B-23CF-2842AD781E56}"/>
              </a:ext>
            </a:extLst>
          </p:cNvPr>
          <p:cNvSpPr/>
          <p:nvPr/>
        </p:nvSpPr>
        <p:spPr>
          <a:xfrm>
            <a:off x="6517090" y="869924"/>
            <a:ext cx="1106424" cy="4578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Dot_lang</a:t>
            </a:r>
            <a:r>
              <a:rPr lang="en-US" sz="900" dirty="0"/>
              <a:t> namespace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F37AE7-32AB-7ABF-5205-9E7B74584EDF}"/>
              </a:ext>
            </a:extLst>
          </p:cNvPr>
          <p:cNvCxnSpPr>
            <a:cxnSpLocks/>
          </p:cNvCxnSpPr>
          <p:nvPr/>
        </p:nvCxnSpPr>
        <p:spPr>
          <a:xfrm>
            <a:off x="7070302" y="1327759"/>
            <a:ext cx="0" cy="2626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3549CCC-E483-8088-6B11-E06ABEF5256B}"/>
              </a:ext>
            </a:extLst>
          </p:cNvPr>
          <p:cNvCxnSpPr/>
          <p:nvPr/>
        </p:nvCxnSpPr>
        <p:spPr>
          <a:xfrm>
            <a:off x="7070302" y="1483562"/>
            <a:ext cx="2041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FBDCE75-D3F8-6040-84EA-A9807156BE86}"/>
              </a:ext>
            </a:extLst>
          </p:cNvPr>
          <p:cNvSpPr txBox="1"/>
          <p:nvPr/>
        </p:nvSpPr>
        <p:spPr>
          <a:xfrm>
            <a:off x="7431490" y="1332850"/>
            <a:ext cx="15609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Read .dot file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F7607-9051-723C-EDA9-0560E14DB51F}"/>
              </a:ext>
            </a:extLst>
          </p:cNvPr>
          <p:cNvSpPr txBox="1"/>
          <p:nvPr/>
        </p:nvSpPr>
        <p:spPr>
          <a:xfrm>
            <a:off x="7431490" y="1606673"/>
            <a:ext cx="19396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Get node with attributes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A15E9C-3003-40DC-C6F1-8DE18CB39EA7}"/>
              </a:ext>
            </a:extLst>
          </p:cNvPr>
          <p:cNvSpPr txBox="1"/>
          <p:nvPr/>
        </p:nvSpPr>
        <p:spPr>
          <a:xfrm>
            <a:off x="8047924" y="1902739"/>
            <a:ext cx="19396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Create the object of the corresponding class(based on type)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C4B4B2-CA34-E83A-9DA4-65CEEC753741}"/>
              </a:ext>
            </a:extLst>
          </p:cNvPr>
          <p:cNvSpPr txBox="1"/>
          <p:nvPr/>
        </p:nvSpPr>
        <p:spPr>
          <a:xfrm>
            <a:off x="8047924" y="2480208"/>
            <a:ext cx="156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Put node and type into symbol table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BE4507-8F5D-1B74-8ABD-28EB45E91862}"/>
              </a:ext>
            </a:extLst>
          </p:cNvPr>
          <p:cNvSpPr txBox="1"/>
          <p:nvPr/>
        </p:nvSpPr>
        <p:spPr>
          <a:xfrm>
            <a:off x="7431489" y="2912919"/>
            <a:ext cx="21773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Get Source and Destination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9BBA1-BA75-7E99-76F1-C67AC6636CD1}"/>
              </a:ext>
            </a:extLst>
          </p:cNvPr>
          <p:cNvSpPr txBox="1"/>
          <p:nvPr/>
        </p:nvSpPr>
        <p:spPr>
          <a:xfrm>
            <a:off x="8047923" y="3168952"/>
            <a:ext cx="17755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Validate using Symbol Table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4BDC24-834A-338B-0270-9EAB2FE8B391}"/>
              </a:ext>
            </a:extLst>
          </p:cNvPr>
          <p:cNvSpPr txBox="1"/>
          <p:nvPr/>
        </p:nvSpPr>
        <p:spPr>
          <a:xfrm>
            <a:off x="8047923" y="3594262"/>
            <a:ext cx="156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Put it into data structure(map)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3A8550-1F6A-9498-7B43-96A8454AC89D}"/>
              </a:ext>
            </a:extLst>
          </p:cNvPr>
          <p:cNvCxnSpPr/>
          <p:nvPr/>
        </p:nvCxnSpPr>
        <p:spPr>
          <a:xfrm>
            <a:off x="7070302" y="1737478"/>
            <a:ext cx="2041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1151D5B-7A23-86A4-3795-E3F7474BD66D}"/>
              </a:ext>
            </a:extLst>
          </p:cNvPr>
          <p:cNvCxnSpPr>
            <a:cxnSpLocks/>
          </p:cNvCxnSpPr>
          <p:nvPr/>
        </p:nvCxnSpPr>
        <p:spPr>
          <a:xfrm>
            <a:off x="7884073" y="2029321"/>
            <a:ext cx="16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5F444-6F72-9C71-575A-201B6A88DE27}"/>
              </a:ext>
            </a:extLst>
          </p:cNvPr>
          <p:cNvCxnSpPr>
            <a:cxnSpLocks/>
          </p:cNvCxnSpPr>
          <p:nvPr/>
        </p:nvCxnSpPr>
        <p:spPr>
          <a:xfrm>
            <a:off x="7888697" y="2606584"/>
            <a:ext cx="16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72B33F5-F2B4-DF2A-C2A4-CA95AF5BB28E}"/>
              </a:ext>
            </a:extLst>
          </p:cNvPr>
          <p:cNvCxnSpPr/>
          <p:nvPr/>
        </p:nvCxnSpPr>
        <p:spPr>
          <a:xfrm>
            <a:off x="7884073" y="1868283"/>
            <a:ext cx="0" cy="10428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0E2064-C08A-88F6-6975-997E4F7E303D}"/>
              </a:ext>
            </a:extLst>
          </p:cNvPr>
          <p:cNvCxnSpPr/>
          <p:nvPr/>
        </p:nvCxnSpPr>
        <p:spPr>
          <a:xfrm>
            <a:off x="7070302" y="3043724"/>
            <a:ext cx="2041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DB57715-ABBD-5FA8-EBB7-1BD4292B90E8}"/>
              </a:ext>
            </a:extLst>
          </p:cNvPr>
          <p:cNvCxnSpPr>
            <a:cxnSpLocks/>
          </p:cNvCxnSpPr>
          <p:nvPr/>
        </p:nvCxnSpPr>
        <p:spPr>
          <a:xfrm>
            <a:off x="7916405" y="3299316"/>
            <a:ext cx="16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A8BEBDB-997C-8483-FBAA-03A3C8DB9AFB}"/>
              </a:ext>
            </a:extLst>
          </p:cNvPr>
          <p:cNvCxnSpPr>
            <a:cxnSpLocks/>
          </p:cNvCxnSpPr>
          <p:nvPr/>
        </p:nvCxnSpPr>
        <p:spPr>
          <a:xfrm>
            <a:off x="7930265" y="3728809"/>
            <a:ext cx="16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A9FBDF8-6C91-DDFC-8CB0-FB532751ADF3}"/>
              </a:ext>
            </a:extLst>
          </p:cNvPr>
          <p:cNvCxnSpPr>
            <a:cxnSpLocks/>
          </p:cNvCxnSpPr>
          <p:nvPr/>
        </p:nvCxnSpPr>
        <p:spPr>
          <a:xfrm>
            <a:off x="7916401" y="3138281"/>
            <a:ext cx="13864" cy="8868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F0A8BDBC-F245-701F-44F2-410AD243A2FF}"/>
              </a:ext>
            </a:extLst>
          </p:cNvPr>
          <p:cNvSpPr/>
          <p:nvPr/>
        </p:nvSpPr>
        <p:spPr>
          <a:xfrm>
            <a:off x="6587301" y="4113898"/>
            <a:ext cx="1219547" cy="4578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Model namespace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FF8B4C5-93B5-C249-5DBF-8FF2E2219B71}"/>
              </a:ext>
            </a:extLst>
          </p:cNvPr>
          <p:cNvCxnSpPr>
            <a:cxnSpLocks/>
          </p:cNvCxnSpPr>
          <p:nvPr/>
        </p:nvCxnSpPr>
        <p:spPr>
          <a:xfrm>
            <a:off x="6949744" y="4619855"/>
            <a:ext cx="17342" cy="18654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03EF880-5B6B-9E86-676A-CCF6ECF864D3}"/>
              </a:ext>
            </a:extLst>
          </p:cNvPr>
          <p:cNvCxnSpPr/>
          <p:nvPr/>
        </p:nvCxnSpPr>
        <p:spPr>
          <a:xfrm>
            <a:off x="6970965" y="4773744"/>
            <a:ext cx="1920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FAC1592-EDE9-D6A5-E587-67ACDAD029D3}"/>
              </a:ext>
            </a:extLst>
          </p:cNvPr>
          <p:cNvSpPr txBox="1"/>
          <p:nvPr/>
        </p:nvSpPr>
        <p:spPr>
          <a:xfrm>
            <a:off x="7172491" y="4657468"/>
            <a:ext cx="217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Setting the </a:t>
            </a:r>
            <a:r>
              <a:rPr lang="en-US" sz="900" dirty="0" err="1"/>
              <a:t>Injection_rate</a:t>
            </a:r>
            <a:r>
              <a:rPr lang="en-US" sz="900" dirty="0"/>
              <a:t> &amp; cv for injector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5A425E5-A7FC-2860-85EF-BA720BA9D981}"/>
              </a:ext>
            </a:extLst>
          </p:cNvPr>
          <p:cNvCxnSpPr/>
          <p:nvPr/>
        </p:nvCxnSpPr>
        <p:spPr>
          <a:xfrm>
            <a:off x="6970965" y="5184688"/>
            <a:ext cx="1920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1BCBC96-91DA-D20E-CEEC-AE7886112A53}"/>
              </a:ext>
            </a:extLst>
          </p:cNvPr>
          <p:cNvSpPr txBox="1"/>
          <p:nvPr/>
        </p:nvSpPr>
        <p:spPr>
          <a:xfrm>
            <a:off x="7184211" y="5044882"/>
            <a:ext cx="21768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Start Execution in Forward direction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BF9ADA-085F-209D-7313-12A4E3345821}"/>
              </a:ext>
            </a:extLst>
          </p:cNvPr>
          <p:cNvSpPr txBox="1"/>
          <p:nvPr/>
        </p:nvSpPr>
        <p:spPr>
          <a:xfrm>
            <a:off x="7497952" y="5449790"/>
            <a:ext cx="217685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If Sink gets full  then recompute service time, </a:t>
            </a:r>
            <a:r>
              <a:rPr lang="en-US" sz="900" dirty="0" err="1"/>
              <a:t>injection_rate</a:t>
            </a:r>
            <a:r>
              <a:rPr lang="en-US" sz="900" dirty="0"/>
              <a:t> in Backward direction.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204352-0F5A-4E8E-10F7-DC860054798F}"/>
              </a:ext>
            </a:extLst>
          </p:cNvPr>
          <p:cNvSpPr txBox="1"/>
          <p:nvPr/>
        </p:nvSpPr>
        <p:spPr>
          <a:xfrm>
            <a:off x="7497951" y="5960178"/>
            <a:ext cx="21768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Again, execute in Forward direction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222FF4-F00C-28E2-7680-59DC69AFBFAB}"/>
              </a:ext>
            </a:extLst>
          </p:cNvPr>
          <p:cNvSpPr txBox="1"/>
          <p:nvPr/>
        </p:nvSpPr>
        <p:spPr>
          <a:xfrm>
            <a:off x="7240122" y="6224864"/>
            <a:ext cx="217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Calculate total waiting time of each injector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F1607A9-71C7-2354-4948-FE68FD973B75}"/>
              </a:ext>
            </a:extLst>
          </p:cNvPr>
          <p:cNvCxnSpPr/>
          <p:nvPr/>
        </p:nvCxnSpPr>
        <p:spPr>
          <a:xfrm>
            <a:off x="6972533" y="6364610"/>
            <a:ext cx="1920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C2EA3E5-FE47-6606-C519-0650779CEC37}"/>
              </a:ext>
            </a:extLst>
          </p:cNvPr>
          <p:cNvCxnSpPr>
            <a:cxnSpLocks/>
          </p:cNvCxnSpPr>
          <p:nvPr/>
        </p:nvCxnSpPr>
        <p:spPr>
          <a:xfrm>
            <a:off x="7359791" y="5429247"/>
            <a:ext cx="3285" cy="7771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DB9123B-99EF-36F2-48AC-6F18354A5070}"/>
              </a:ext>
            </a:extLst>
          </p:cNvPr>
          <p:cNvCxnSpPr>
            <a:cxnSpLocks/>
          </p:cNvCxnSpPr>
          <p:nvPr/>
        </p:nvCxnSpPr>
        <p:spPr>
          <a:xfrm>
            <a:off x="7359791" y="5571167"/>
            <a:ext cx="16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052F958-A5CB-6EE2-9FB7-7CA2496ECC48}"/>
              </a:ext>
            </a:extLst>
          </p:cNvPr>
          <p:cNvCxnSpPr>
            <a:cxnSpLocks/>
          </p:cNvCxnSpPr>
          <p:nvPr/>
        </p:nvCxnSpPr>
        <p:spPr>
          <a:xfrm>
            <a:off x="7359791" y="6081258"/>
            <a:ext cx="16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9B4B889-AD45-D876-BCA0-802F4A5CA8BF}"/>
              </a:ext>
            </a:extLst>
          </p:cNvPr>
          <p:cNvSpPr txBox="1"/>
          <p:nvPr/>
        </p:nvSpPr>
        <p:spPr>
          <a:xfrm>
            <a:off x="3903214" y="806060"/>
            <a:ext cx="284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Input file: graph.dot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57176F7-D72B-7084-8334-CB8A68FBC06C}"/>
              </a:ext>
            </a:extLst>
          </p:cNvPr>
          <p:cNvCxnSpPr/>
          <p:nvPr/>
        </p:nvCxnSpPr>
        <p:spPr>
          <a:xfrm>
            <a:off x="3264408" y="2073193"/>
            <a:ext cx="2377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E1F4BFA-C08E-1DA2-C2F2-E74933E9A01C}"/>
              </a:ext>
            </a:extLst>
          </p:cNvPr>
          <p:cNvSpPr txBox="1"/>
          <p:nvPr/>
        </p:nvSpPr>
        <p:spPr>
          <a:xfrm>
            <a:off x="262128" y="3087450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Parse Tree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7A5CD72-FFE2-9E19-C0B0-14309C528993}"/>
              </a:ext>
            </a:extLst>
          </p:cNvPr>
          <p:cNvCxnSpPr>
            <a:cxnSpLocks/>
          </p:cNvCxnSpPr>
          <p:nvPr/>
        </p:nvCxnSpPr>
        <p:spPr>
          <a:xfrm>
            <a:off x="1775456" y="2535539"/>
            <a:ext cx="0" cy="375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92D8513-4AF0-B9EC-156E-7C97C2FC2876}"/>
              </a:ext>
            </a:extLst>
          </p:cNvPr>
          <p:cNvSpPr txBox="1"/>
          <p:nvPr/>
        </p:nvSpPr>
        <p:spPr>
          <a:xfrm>
            <a:off x="1013316" y="1180626"/>
            <a:ext cx="1645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Graph figure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2E8F06D-80CB-E59B-F300-90E531AE40DC}"/>
              </a:ext>
            </a:extLst>
          </p:cNvPr>
          <p:cNvCxnSpPr/>
          <p:nvPr/>
        </p:nvCxnSpPr>
        <p:spPr>
          <a:xfrm>
            <a:off x="2975491" y="4147558"/>
            <a:ext cx="2144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BFB8D05-2B08-EC09-AF62-BAB50FB4EAA7}"/>
              </a:ext>
            </a:extLst>
          </p:cNvPr>
          <p:cNvSpPr txBox="1"/>
          <p:nvPr/>
        </p:nvSpPr>
        <p:spPr>
          <a:xfrm>
            <a:off x="3393037" y="3146723"/>
            <a:ext cx="2451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Creating object of the class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4FA01D7-EE03-7C00-AF54-72D05FC58605}"/>
              </a:ext>
            </a:extLst>
          </p:cNvPr>
          <p:cNvSpPr/>
          <p:nvPr/>
        </p:nvSpPr>
        <p:spPr>
          <a:xfrm>
            <a:off x="3214916" y="3399440"/>
            <a:ext cx="2873464" cy="160187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B18BDD5-E325-D943-6F8C-37669BA86A27}"/>
              </a:ext>
            </a:extLst>
          </p:cNvPr>
          <p:cNvCxnSpPr/>
          <p:nvPr/>
        </p:nvCxnSpPr>
        <p:spPr>
          <a:xfrm>
            <a:off x="2975491" y="5846377"/>
            <a:ext cx="2144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6128EC2-8D64-BC2C-F9BC-D15122B6AD68}"/>
              </a:ext>
            </a:extLst>
          </p:cNvPr>
          <p:cNvSpPr/>
          <p:nvPr/>
        </p:nvSpPr>
        <p:spPr>
          <a:xfrm>
            <a:off x="6469393" y="843982"/>
            <a:ext cx="3247780" cy="58377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3B958F3-6658-0571-945A-A231101E8C84}"/>
              </a:ext>
            </a:extLst>
          </p:cNvPr>
          <p:cNvSpPr txBox="1"/>
          <p:nvPr/>
        </p:nvSpPr>
        <p:spPr>
          <a:xfrm>
            <a:off x="7920760" y="849275"/>
            <a:ext cx="165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Final Execution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491B5CA-F6C6-ADF2-5FDC-E95870826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011" y="2541926"/>
            <a:ext cx="2257209" cy="2079577"/>
          </a:xfrm>
          <a:prstGeom prst="rect">
            <a:avLst/>
          </a:prstGeom>
        </p:spPr>
      </p:pic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610E9A4-10C0-1440-38B4-2FE113351990}"/>
              </a:ext>
            </a:extLst>
          </p:cNvPr>
          <p:cNvCxnSpPr/>
          <p:nvPr/>
        </p:nvCxnSpPr>
        <p:spPr>
          <a:xfrm>
            <a:off x="9729216" y="3499657"/>
            <a:ext cx="137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35A6626-F6C1-DC78-F715-F3B5CC1E9265}"/>
              </a:ext>
            </a:extLst>
          </p:cNvPr>
          <p:cNvSpPr txBox="1"/>
          <p:nvPr/>
        </p:nvSpPr>
        <p:spPr>
          <a:xfrm>
            <a:off x="10471222" y="2229809"/>
            <a:ext cx="1701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352AD2F-2E67-A763-34F1-0A1C0785D98D}"/>
              </a:ext>
            </a:extLst>
          </p:cNvPr>
          <p:cNvSpPr txBox="1"/>
          <p:nvPr/>
        </p:nvSpPr>
        <p:spPr>
          <a:xfrm>
            <a:off x="4616579" y="5419788"/>
            <a:ext cx="1791021" cy="132343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map &lt;string, </a:t>
            </a:r>
            <a:r>
              <a:rPr lang="en-US" sz="800" dirty="0" err="1"/>
              <a:t>shared_ptr</a:t>
            </a:r>
            <a:r>
              <a:rPr lang="en-US" sz="800" dirty="0"/>
              <a:t>&lt;Primitive&gt;&gt; </a:t>
            </a:r>
            <a:r>
              <a:rPr lang="en-US" sz="800" b="1" dirty="0" err="1"/>
              <a:t>primitive_map</a:t>
            </a:r>
            <a:r>
              <a:rPr lang="en-US" sz="800" b="1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map&lt;</a:t>
            </a:r>
            <a:r>
              <a:rPr lang="en-US" sz="800" dirty="0" err="1"/>
              <a:t>shared_ptr</a:t>
            </a:r>
            <a:r>
              <a:rPr lang="en-US" sz="800" dirty="0"/>
              <a:t>&lt;Primitive&gt;, </a:t>
            </a:r>
            <a:r>
              <a:rPr lang="en-US" sz="800" dirty="0" err="1"/>
              <a:t>shared_ptr</a:t>
            </a:r>
            <a:r>
              <a:rPr lang="en-US" sz="800" dirty="0"/>
              <a:t>&lt;Injector&gt;&gt; </a:t>
            </a:r>
            <a:r>
              <a:rPr lang="en-US" sz="800" b="1" dirty="0" err="1"/>
              <a:t>primitive_flow</a:t>
            </a:r>
            <a:r>
              <a:rPr lang="en-US" sz="800" b="1" dirty="0"/>
              <a:t>;</a:t>
            </a:r>
          </a:p>
          <a:p>
            <a:endParaRPr lang="en-US" sz="8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map&lt;string, </a:t>
            </a:r>
            <a:r>
              <a:rPr lang="en-US" sz="800" dirty="0" err="1"/>
              <a:t>shared_ptr</a:t>
            </a:r>
            <a:r>
              <a:rPr lang="en-US" sz="800" dirty="0"/>
              <a:t>&lt;</a:t>
            </a:r>
            <a:r>
              <a:rPr lang="en-US" sz="800" dirty="0" err="1"/>
              <a:t>Junc</a:t>
            </a:r>
            <a:r>
              <a:rPr lang="en-US" sz="800" dirty="0"/>
              <a:t>&gt;&gt; </a:t>
            </a:r>
            <a:r>
              <a:rPr lang="en-US" sz="800" b="1" dirty="0" err="1"/>
              <a:t>node_data</a:t>
            </a:r>
            <a:r>
              <a:rPr lang="en-US" sz="800" dirty="0"/>
              <a:t>;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E496137-35FF-6817-540D-27D07C021C9B}"/>
              </a:ext>
            </a:extLst>
          </p:cNvPr>
          <p:cNvSpPr txBox="1"/>
          <p:nvPr/>
        </p:nvSpPr>
        <p:spPr>
          <a:xfrm>
            <a:off x="4981042" y="5131047"/>
            <a:ext cx="1817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Mapping</a:t>
            </a:r>
          </a:p>
        </p:txBody>
      </p:sp>
    </p:spTree>
    <p:extLst>
      <p:ext uri="{BB962C8B-B14F-4D97-AF65-F5344CB8AC3E}">
        <p14:creationId xmlns:p14="http://schemas.microsoft.com/office/powerpoint/2010/main" val="202270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16" grpId="0" animBg="1"/>
      <p:bldP spid="17" grpId="0" animBg="1"/>
      <p:bldP spid="55" grpId="0" animBg="1"/>
      <p:bldP spid="56" grpId="0"/>
      <p:bldP spid="22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57" grpId="0" animBg="1"/>
      <p:bldP spid="64" grpId="0"/>
      <p:bldP spid="68" grpId="0"/>
      <p:bldP spid="69" grpId="0"/>
      <p:bldP spid="70" grpId="0"/>
      <p:bldP spid="75" grpId="0"/>
      <p:bldP spid="84" grpId="0"/>
      <p:bldP spid="87" grpId="0"/>
      <p:bldP spid="91" grpId="0"/>
      <p:bldP spid="96" grpId="0"/>
      <p:bldP spid="97" grpId="0" animBg="1"/>
      <p:bldP spid="101" grpId="0" animBg="1"/>
      <p:bldP spid="102" grpId="0"/>
      <p:bldP spid="112" grpId="0"/>
      <p:bldP spid="115" grpId="0" animBg="1"/>
      <p:bldP spid="1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46FC7D-B58B-4057-923E-B8E5753F2426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cf6b262d-64b1-48de-8710-0fc3c93bfca9"/>
  </ds:schemaRefs>
</ds:datastoreItem>
</file>

<file path=customXml/itemProps2.xml><?xml version="1.0" encoding="utf-8"?>
<ds:datastoreItem xmlns:ds="http://schemas.openxmlformats.org/officeDocument/2006/customXml" ds:itemID="{4F507552-EB72-45D7-A1B5-AD7E3DE943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8CC8BE-9167-4B8F-B097-5C8512F6A8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352</Words>
  <Application>Microsoft Office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DSL Productization</vt:lpstr>
      <vt:lpstr>Working flow of the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1</cp:revision>
  <dcterms:created xsi:type="dcterms:W3CDTF">2025-08-18T07:54:20Z</dcterms:created>
  <dcterms:modified xsi:type="dcterms:W3CDTF">2025-08-18T15:52:42Z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