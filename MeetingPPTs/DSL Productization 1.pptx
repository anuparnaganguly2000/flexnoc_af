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1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629B90-45A6-4147-BC78-2D4E6295F48D}" v="1" dt="2025-04-28T15:49:32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9C672-F406-3A8D-438D-5AFC3981E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794129-0BD4-F1A8-A230-D0BF40884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2B9CB-E7D8-3020-0D12-FB926488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071-1BAB-4CF7-825F-637623C31C61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8EA16-959F-5CC2-B0F5-60E217DB3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858BA-EAF7-1F2E-0215-8D34C04CD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EDFA-CD4F-4A17-8C30-4AB76DDA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17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C9821-D1D6-B0EF-55E7-29D38176C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29FA9-5BA8-8AD6-2778-31E36181D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5FEBE-16D5-EA50-E732-FAB61769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071-1BAB-4CF7-825F-637623C31C61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B0A5F-D73D-A061-750E-19D3374F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CDEE0-2757-0DBB-1C42-6BC1C2DAA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EDFA-CD4F-4A17-8C30-4AB76DDA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87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8A64-62F0-FAEB-64C0-032CC9754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5D877-7B16-00D4-0512-A9BC7F45E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6E10B-B0AB-2115-8F43-E94C5A007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071-1BAB-4CF7-825F-637623C31C61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4D69E-A61C-FCA1-1FC4-26EF8491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BF9D1-77A2-91AC-CCD1-A24C14E3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EDFA-CD4F-4A17-8C30-4AB76DDA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228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CADDD-AE67-0F78-23B2-FE7D42C00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7103F-2228-DCFE-0C6E-45CD0D376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86745-2402-B8DA-FD01-66ADD3127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50F7E-AC70-A5F2-9F11-B63D5CAC7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071-1BAB-4CF7-825F-637623C31C61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4F292-1754-DAA6-7081-B9FD724C8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5A731-581D-D8AC-8034-42A6632F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EDFA-CD4F-4A17-8C30-4AB76DDA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50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F0550-99D7-C81D-7D45-0CC9E08C3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784BC-9BF0-9827-E701-C7E501884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4A41D-E14B-F781-A278-58C5645B9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9C3D3-2D73-EF90-D646-A7310B5D45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DD3E0-77F7-6D9A-EBD6-DD5EEA0DDE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57BF54-211B-C698-E27B-1822852DB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071-1BAB-4CF7-825F-637623C31C61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C51133-95D2-126D-15A1-D45477192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D7EAD5-3F82-155D-3917-B42B543D1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EDFA-CD4F-4A17-8C30-4AB76DDA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08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24793-4B0A-A55B-5039-CF99FBEE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A5466-DF12-FB19-5A33-2ABF5A4D3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071-1BAB-4CF7-825F-637623C31C61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58173-A99C-F18E-1DC5-6A2038555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2DB53-A20B-6016-2F60-104A45388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EDFA-CD4F-4A17-8C30-4AB76DDA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22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A9E206-FD8D-1D29-62B5-851DDD3C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071-1BAB-4CF7-825F-637623C31C61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77BC10-26C1-0C1F-A765-15F40A45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79948-EC62-D5B3-D0F8-C8067E39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EDFA-CD4F-4A17-8C30-4AB76DDA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385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6E3C-1550-FC45-0063-E38EF8E6D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6C2CF-E61D-65B2-DE19-83FEDF5E1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101D22-AC05-09EC-A8BA-BDBBBB2DB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966B7-6429-9CD8-1B91-9CA9A3EEC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071-1BAB-4CF7-825F-637623C31C61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F672-30C1-7BFF-F451-9857AF4CA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82DC8-1C2F-B4E1-559E-A046BFE1A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EDFA-CD4F-4A17-8C30-4AB76DDA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52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BC654-3555-0DFF-8528-85AA4BE0B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53169-8DEE-0706-60A9-08BC004B56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A7AB3-B3D1-8F63-C2E9-E86958943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41E75-D74B-0092-53A7-DDEB15750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071-1BAB-4CF7-825F-637623C31C61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339BD-8152-3387-62D5-189773D1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6D165-5FE5-2395-7875-3F58B44FB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EDFA-CD4F-4A17-8C30-4AB76DDA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72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C2F69-0840-E55C-FF92-A21DB7AE6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9DBA5A-1522-596B-7CEA-FD88651A8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7DCB5-D520-7678-A367-FADC26BDB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071-1BAB-4CF7-825F-637623C31C61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90D63-CE3B-E7D4-FF25-3AF9204D0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7A0D3-6C74-0096-9DCB-9FA4B602D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EDFA-CD4F-4A17-8C30-4AB76DDA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4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9CDA96-EDF0-6DFE-DF3C-27B2F2B02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D82847-D8BE-DE43-17CF-DAD500005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03292-3AF8-5171-EFC5-ADE3D0586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071-1BAB-4CF7-825F-637623C31C61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DD827-3032-547C-C386-9A328BF96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C7CE2-7CBC-02F9-63CC-5ABFA857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EDFA-CD4F-4A17-8C30-4AB76DDA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17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F96FCF-F2C0-FB4F-9ED3-204A9CB6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69B50-7DD2-1F22-2F67-4A8818B23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E1C18-8A7C-88BB-265A-D54AC1687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08071-1BAB-4CF7-825F-637623C31C61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77BB8-C875-64BF-8D93-28B0F8E12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450AA-088B-5E25-3905-1C8D874E5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0AEDFA-CD4F-4A17-8C30-4AB76DDA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613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409DE-AFAF-8937-45D1-4B1B92ED6E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DSL productization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6D1DA-323A-F224-757D-6A6174E7A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3689" y="4191973"/>
            <a:ext cx="3451123" cy="733988"/>
          </a:xfrm>
        </p:spPr>
        <p:txBody>
          <a:bodyPr/>
          <a:lstStyle/>
          <a:p>
            <a:r>
              <a:rPr lang="en-IN" dirty="0"/>
              <a:t>Anuparna Ganguly</a:t>
            </a:r>
          </a:p>
        </p:txBody>
      </p:sp>
    </p:spTree>
    <p:extLst>
      <p:ext uri="{BB962C8B-B14F-4D97-AF65-F5344CB8AC3E}">
        <p14:creationId xmlns:p14="http://schemas.microsoft.com/office/powerpoint/2010/main" val="466250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0F4D8-2037-D055-48AA-84A3CBDF2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65125"/>
            <a:ext cx="11055096" cy="485267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Custom Compiler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9F1B8-C378-9F2A-300F-F17E1BB96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1188720"/>
            <a:ext cx="11055096" cy="498824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It takes a </a:t>
            </a:r>
            <a:r>
              <a:rPr lang="en-US" sz="2400" dirty="0">
                <a:highlight>
                  <a:srgbClr val="FFFF00"/>
                </a:highlight>
              </a:rPr>
              <a:t>.dot </a:t>
            </a:r>
            <a:r>
              <a:rPr lang="en-US" sz="2400" dirty="0"/>
              <a:t>file 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It lexes and parses </a:t>
            </a:r>
            <a:r>
              <a:rPr lang="en-US" sz="2400" dirty="0"/>
              <a:t>that file using ANTLR4 (with the help of DOT grammar described in </a:t>
            </a:r>
            <a:r>
              <a:rPr lang="en-US" sz="2400" dirty="0">
                <a:highlight>
                  <a:srgbClr val="FFFF00"/>
                </a:highlight>
              </a:rPr>
              <a:t>.g4 </a:t>
            </a:r>
            <a:r>
              <a:rPr lang="en-US" sz="2400" dirty="0"/>
              <a:t>file ).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It builds a </a:t>
            </a:r>
            <a:r>
              <a:rPr lang="en-US" sz="2400" dirty="0">
                <a:highlight>
                  <a:srgbClr val="FFFF00"/>
                </a:highlight>
              </a:rPr>
              <a:t>network</a:t>
            </a:r>
            <a:r>
              <a:rPr lang="en-US" sz="2400" dirty="0"/>
              <a:t> in memory( </a:t>
            </a:r>
            <a:r>
              <a:rPr lang="en-US" sz="2400" dirty="0">
                <a:highlight>
                  <a:srgbClr val="FFFF00"/>
                </a:highlight>
              </a:rPr>
              <a:t>nodes(vertices) and edges </a:t>
            </a:r>
            <a:r>
              <a:rPr lang="en-US" sz="2400" dirty="0"/>
              <a:t>).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It checks if the graph is valid( basic type checking between nodes).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It creates a </a:t>
            </a:r>
            <a:r>
              <a:rPr lang="en-US" sz="2400" dirty="0">
                <a:highlight>
                  <a:srgbClr val="FFFF00"/>
                </a:highlight>
              </a:rPr>
              <a:t>graph</a:t>
            </a:r>
            <a:r>
              <a:rPr lang="en-US" sz="2400" dirty="0"/>
              <a:t> using </a:t>
            </a:r>
            <a:r>
              <a:rPr lang="en-US" sz="2400" b="1" dirty="0"/>
              <a:t>Boost’s Graph Library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It writes a </a:t>
            </a:r>
            <a:r>
              <a:rPr lang="en-US" sz="2400" dirty="0">
                <a:highlight>
                  <a:srgbClr val="FFFF00"/>
                </a:highlight>
              </a:rPr>
              <a:t>.dot output </a:t>
            </a:r>
            <a:r>
              <a:rPr lang="en-US" sz="2400" dirty="0"/>
              <a:t>and generates a </a:t>
            </a:r>
            <a:r>
              <a:rPr lang="en-US" sz="2400" b="1" dirty="0"/>
              <a:t>PNG(a graph picture).</a:t>
            </a:r>
          </a:p>
        </p:txBody>
      </p:sp>
    </p:spTree>
    <p:extLst>
      <p:ext uri="{BB962C8B-B14F-4D97-AF65-F5344CB8AC3E}">
        <p14:creationId xmlns:p14="http://schemas.microsoft.com/office/powerpoint/2010/main" val="146498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A3C0-D9B9-2901-11B9-479BCBDE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1265408" cy="585851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Network class – Managing Graph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8D9A4-4193-9B85-861B-5CE286F51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097280"/>
            <a:ext cx="10933176" cy="5079683"/>
          </a:xfrm>
        </p:spPr>
        <p:txBody>
          <a:bodyPr/>
          <a:lstStyle/>
          <a:p>
            <a:r>
              <a:rPr lang="en-US" dirty="0"/>
              <a:t>Purpose of the class </a:t>
            </a:r>
          </a:p>
          <a:p>
            <a:pPr lvl="1"/>
            <a:r>
              <a:rPr lang="en-US" dirty="0"/>
              <a:t>Stores all </a:t>
            </a:r>
            <a:r>
              <a:rPr lang="en-US" b="1" dirty="0">
                <a:highlight>
                  <a:srgbClr val="FFFF00"/>
                </a:highlight>
              </a:rPr>
              <a:t>nodes</a:t>
            </a:r>
            <a:r>
              <a:rPr lang="en-US" dirty="0"/>
              <a:t> and </a:t>
            </a:r>
            <a:r>
              <a:rPr lang="en-US" b="1" dirty="0">
                <a:highlight>
                  <a:srgbClr val="FFFF00"/>
                </a:highlight>
              </a:rPr>
              <a:t>edges</a:t>
            </a:r>
            <a:r>
              <a:rPr lang="en-US" dirty="0"/>
              <a:t> of the graph parsed from DOT files.</a:t>
            </a:r>
          </a:p>
          <a:p>
            <a:pPr lvl="1"/>
            <a:endParaRPr lang="en-US" dirty="0"/>
          </a:p>
          <a:p>
            <a:r>
              <a:rPr lang="en-US" dirty="0"/>
              <a:t>Data Structures</a:t>
            </a:r>
          </a:p>
          <a:p>
            <a:pPr lvl="1"/>
            <a:r>
              <a:rPr lang="en-US" b="1" dirty="0" err="1"/>
              <a:t>addNode</a:t>
            </a:r>
            <a:r>
              <a:rPr lang="en-US" b="1" dirty="0"/>
              <a:t>(</a:t>
            </a:r>
            <a:r>
              <a:rPr lang="en-US" b="1" dirty="0" err="1"/>
              <a:t>newNode</a:t>
            </a:r>
            <a:r>
              <a:rPr lang="en-US" b="1" dirty="0"/>
              <a:t>)</a:t>
            </a:r>
          </a:p>
          <a:p>
            <a:pPr lvl="2"/>
            <a:r>
              <a:rPr lang="en-US" dirty="0"/>
              <a:t>Inserts a new Node(vertices) into the  network using  a unique </a:t>
            </a:r>
            <a:r>
              <a:rPr lang="en-US" dirty="0">
                <a:highlight>
                  <a:srgbClr val="FFFF00"/>
                </a:highlight>
              </a:rPr>
              <a:t>Network ID</a:t>
            </a:r>
          </a:p>
          <a:p>
            <a:pPr lvl="2"/>
            <a:endParaRPr lang="en-US" dirty="0">
              <a:highlight>
                <a:srgbClr val="FFFF00"/>
              </a:highlight>
            </a:endParaRPr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r>
              <a:rPr lang="en-US" b="1" dirty="0" err="1"/>
              <a:t>addEdge</a:t>
            </a:r>
            <a:r>
              <a:rPr lang="en-US" b="1" dirty="0"/>
              <a:t>(</a:t>
            </a:r>
            <a:r>
              <a:rPr lang="en-US" b="1" dirty="0" err="1"/>
              <a:t>sourceId</a:t>
            </a:r>
            <a:r>
              <a:rPr lang="en-US" b="1" dirty="0"/>
              <a:t>, </a:t>
            </a:r>
            <a:r>
              <a:rPr lang="en-US" b="1" dirty="0" err="1"/>
              <a:t>destinationId</a:t>
            </a:r>
            <a:r>
              <a:rPr lang="en-US" b="1" dirty="0"/>
              <a:t>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FF1A9-C250-5D7A-D047-B7998B95C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611" y="3746912"/>
            <a:ext cx="6013194" cy="744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4B211F-A69C-A63C-C782-F692D8881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949" y="5286676"/>
            <a:ext cx="6209312" cy="94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1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8486-3709-3C2B-74D8-97A29F908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29" y="211394"/>
            <a:ext cx="11415252" cy="677093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Running the Executable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8F203-A67F-D53D-8578-2EB427D12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9" y="1130708"/>
            <a:ext cx="5751871" cy="55950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027849-D44B-21E3-94BC-441F0E8A3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551" y="1130708"/>
            <a:ext cx="5596319" cy="55158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F27CE5-6005-AC24-31D8-118D134B3977}"/>
              </a:ext>
            </a:extLst>
          </p:cNvPr>
          <p:cNvSpPr txBox="1"/>
          <p:nvPr/>
        </p:nvSpPr>
        <p:spPr>
          <a:xfrm>
            <a:off x="2772697" y="1710813"/>
            <a:ext cx="2369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file:    test_graph.dot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23127D-2A76-A3A1-D675-F16FBCE4D809}"/>
              </a:ext>
            </a:extLst>
          </p:cNvPr>
          <p:cNvSpPr txBox="1"/>
          <p:nvPr/>
        </p:nvSpPr>
        <p:spPr>
          <a:xfrm>
            <a:off x="8637639" y="1767209"/>
            <a:ext cx="236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798008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FE2A-AFF2-1E87-9C63-3EA8DF56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65125"/>
            <a:ext cx="10924032" cy="494411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Question regarding custom compiler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82A10-E089-CA12-BB81-35C78AC1D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" y="1014984"/>
            <a:ext cx="10924032" cy="5161979"/>
          </a:xfrm>
        </p:spPr>
        <p:txBody>
          <a:bodyPr/>
          <a:lstStyle/>
          <a:p>
            <a:r>
              <a:rPr lang="en-US" dirty="0"/>
              <a:t>Previously:</a:t>
            </a:r>
          </a:p>
          <a:p>
            <a:pPr lvl="1"/>
            <a:r>
              <a:rPr lang="en-US" dirty="0"/>
              <a:t>.dot file was manually parsed using string operations</a:t>
            </a:r>
          </a:p>
          <a:p>
            <a:pPr lvl="1"/>
            <a:r>
              <a:rPr lang="en-US" dirty="0"/>
              <a:t>Nodes and edges were manually created using helper functions.</a:t>
            </a:r>
          </a:p>
          <a:p>
            <a:r>
              <a:rPr lang="en-US" dirty="0"/>
              <a:t>New Flow:</a:t>
            </a:r>
          </a:p>
          <a:p>
            <a:pPr lvl="1"/>
            <a:r>
              <a:rPr lang="en-US" dirty="0"/>
              <a:t>.dot file is parsed and validated using </a:t>
            </a:r>
            <a:r>
              <a:rPr lang="en-US" b="1" dirty="0"/>
              <a:t>ANTLR4 .</a:t>
            </a:r>
            <a:endParaRPr lang="en-US" dirty="0"/>
          </a:p>
          <a:p>
            <a:pPr lvl="1"/>
            <a:r>
              <a:rPr lang="en-US" b="1" dirty="0"/>
              <a:t>Network </a:t>
            </a:r>
            <a:r>
              <a:rPr lang="en-US" dirty="0"/>
              <a:t>object( in –memory graph) is created.</a:t>
            </a:r>
          </a:p>
          <a:p>
            <a:r>
              <a:rPr lang="en-US" dirty="0"/>
              <a:t>Question:</a:t>
            </a:r>
          </a:p>
          <a:p>
            <a:pPr lvl="1"/>
            <a:r>
              <a:rPr lang="en-US" dirty="0"/>
              <a:t>After building the Network, how do we connect it to the existing program in our project ?</a:t>
            </a:r>
          </a:p>
        </p:txBody>
      </p:sp>
    </p:spTree>
    <p:extLst>
      <p:ext uri="{BB962C8B-B14F-4D97-AF65-F5344CB8AC3E}">
        <p14:creationId xmlns:p14="http://schemas.microsoft.com/office/powerpoint/2010/main" val="130163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52C38875BF54E8BECD10629132D8D" ma:contentTypeVersion="6" ma:contentTypeDescription="Create a new document." ma:contentTypeScope="" ma:versionID="2117dcca7870b83d47d794a40c6ad2fb">
  <xsd:schema xmlns:xsd="http://www.w3.org/2001/XMLSchema" xmlns:xs="http://www.w3.org/2001/XMLSchema" xmlns:p="http://schemas.microsoft.com/office/2006/metadata/properties" xmlns:ns3="cf6b262d-64b1-48de-8710-0fc3c93bfca9" targetNamespace="http://schemas.microsoft.com/office/2006/metadata/properties" ma:root="true" ma:fieldsID="add902ff20dc9683d596800b2ea73817" ns3:_="">
    <xsd:import namespace="cf6b262d-64b1-48de-8710-0fc3c93bfca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262d-64b1-48de-8710-0fc3c93bfca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6b262d-64b1-48de-8710-0fc3c93bfca9" xsi:nil="true"/>
  </documentManagement>
</p:properties>
</file>

<file path=customXml/itemProps1.xml><?xml version="1.0" encoding="utf-8"?>
<ds:datastoreItem xmlns:ds="http://schemas.openxmlformats.org/officeDocument/2006/customXml" ds:itemID="{5C8FDE9C-182E-4AA1-B871-3C60414155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6b262d-64b1-48de-8710-0fc3c93bf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E1B6E6-213B-4A27-9353-359EE060CE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3516CD-D4EF-46A9-A15C-A90D622EAB3A}">
  <ds:schemaRefs>
    <ds:schemaRef ds:uri="http://purl.org/dc/elements/1.1/"/>
    <ds:schemaRef ds:uri="http://schemas.microsoft.com/office/infopath/2007/PartnerControls"/>
    <ds:schemaRef ds:uri="http://purl.org/dc/terms/"/>
    <ds:schemaRef ds:uri="cf6b262d-64b1-48de-8710-0fc3c93bfca9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6f15cd97-f6a7-41e3-b2c5-ad4193976476}" enabled="0" method="" siteId="{6f15cd97-f6a7-41e3-b2c5-ad41939764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218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Office Theme</vt:lpstr>
      <vt:lpstr>DSL productization</vt:lpstr>
      <vt:lpstr>Custom Compiler Architecture</vt:lpstr>
      <vt:lpstr>Network class – Managing Graph Structure</vt:lpstr>
      <vt:lpstr>Running the Executable</vt:lpstr>
      <vt:lpstr>Question regarding custom compiler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3</cp:revision>
  <dcterms:created xsi:type="dcterms:W3CDTF">2025-04-28T07:25:51Z</dcterms:created>
  <dcterms:modified xsi:type="dcterms:W3CDTF">2025-06-11T09:24:49Z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0x0101009A552C38875BF54E8BECD10629132D8D</vt:lpwstr>
  </property>
</Properties>
</file>