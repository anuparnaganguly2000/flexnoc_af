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63" r:id="rId6"/>
    <p:sldId id="264" r:id="rId7"/>
    <p:sldId id="266" r:id="rId8"/>
    <p:sldId id="260" r:id="rId9"/>
    <p:sldId id="265" r:id="rId10"/>
    <p:sldId id="261" r:id="rId11"/>
    <p:sldId id="259" r:id="rId12"/>
    <p:sldId id="267" r:id="rId13"/>
    <p:sldId id="258" r:id="rId14"/>
    <p:sldId id="268" r:id="rId15"/>
    <p:sldId id="262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2A406D-8F9C-48C6-A7A2-4038B54EB4F8}" v="15" dt="2025-06-23T05:04:22.5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BF8B1-8773-46EF-9329-B51C061E64DD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4C264-CE33-484E-AC31-19C03E151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48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CEF6C-9404-463C-96B5-45C0366EF8F4}" type="slidenum">
              <a:rPr lang="en-IN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12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E1F1C-E48E-5EC3-01B4-5391FBC79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389DE-AFA7-461E-76BE-CF75A05F7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1053B-8431-F4DE-F01D-E6F377909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D322-98DC-417E-AC62-97F09BFF7FCB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4EE78-2F9F-A0B2-6D58-83D956DC0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7266D-D1C1-360A-101C-8F65D310C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7943-05A8-48C6-901D-5B62E21F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09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8801-E080-F0AA-A83C-146B20A7B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8169D-F00C-0E71-FCEF-56CF4318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31031-8F65-3CAF-D425-61C3CACFF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D322-98DC-417E-AC62-97F09BFF7FCB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C6C8A-0283-E8B0-F793-B3726AD0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EF07C-8433-1CD8-CE40-A79EF4464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7943-05A8-48C6-901D-5B62E21F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85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F764-536C-553C-2804-82019855A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5AD01-988A-54E0-CCAD-46986C46D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5CE1A-D2F5-5BB9-3544-F32B7AFE1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D322-98DC-417E-AC62-97F09BFF7FCB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3B69A-AC36-D850-9BB4-936063061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6C2DF-AFDF-4B89-EE6A-D192CB880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7943-05A8-48C6-901D-5B62E21F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678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1A53C-1FF9-62F9-5A28-59849C6BB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2A191-751A-0877-43C6-2AF51AF3C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80E9C-0C94-86FB-590F-27CBC5F24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2C2DC-7ABA-7B0D-05AD-4E5448194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D322-98DC-417E-AC62-97F09BFF7FCB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00196-FD28-B839-53BE-BA5637E04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E14D2-9D66-3C2B-2751-BCF41BAC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7943-05A8-48C6-901D-5B62E21F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272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D51C-4136-38B6-4779-1EBE4450C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85AAC-B23B-6E14-4823-ACA0E04BE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77D94-1DA4-AA73-5D7F-5ECDF186C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EFE4A7-DBE2-E768-52D2-1BD912883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70C4A-1780-EE3C-5CF1-6E54A5C916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8A51F1-EF97-BBDB-42A7-83528179A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D322-98DC-417E-AC62-97F09BFF7FCB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B22DF5-A469-98AD-4FBD-51DD4EF4A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3616F-7894-C2E7-DAEA-597F60763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7943-05A8-48C6-901D-5B62E21F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839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06599-778C-E79D-3C89-4DAF0958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753A1E-1882-FACB-6193-FAFEFE7F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D322-98DC-417E-AC62-97F09BFF7FCB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929C6-D4D8-CD03-FD60-AEAB58162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D44A7-C4D3-52F4-9122-520846EB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7943-05A8-48C6-901D-5B62E21F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379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B73E0F-A5D9-CEBB-9740-5A598914C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D322-98DC-417E-AC62-97F09BFF7FCB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E27FC-9283-5E6A-E26B-AF3235C10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2F5C4-D1E2-E9B3-723F-D899A3F1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7943-05A8-48C6-901D-5B62E21F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07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D06A-BB17-966C-6093-6235B301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0EE7E-3DFA-B2AF-A902-9251E418E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FCBE6-7D40-6894-9F41-F8A368603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8F922-E2A7-6E4E-32F4-69A2275F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D322-98DC-417E-AC62-97F09BFF7FCB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DEBE3-4CF6-7DF6-A5F2-BDC22F0F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01C61-253D-0F88-6C82-99E3C3B16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7943-05A8-48C6-901D-5B62E21F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7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50756-0792-36E7-D8BD-3B6ECFE0F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02603F-C34E-5B98-376D-EFF02746ED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E9E1A-AD0E-104E-FCC7-60A2C3799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8DC2D-B344-7C7C-1FA8-16573A643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D322-98DC-417E-AC62-97F09BFF7FCB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ED031-D8F4-D7F9-E1E2-687D4346B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ADDC7-01B5-A2A7-D3DA-4CE7034D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7943-05A8-48C6-901D-5B62E21F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727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0419E-E0A0-D864-EC1E-FE0045368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081F7-5C1D-56A4-B1BF-20657C2F3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62B2F-4ACB-E4AE-C14F-6BC14A4C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D322-98DC-417E-AC62-97F09BFF7FCB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9866-3F4C-6155-C7AD-F77A2D3BA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C3F04-B257-40E1-791F-BBD499B9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7943-05A8-48C6-901D-5B62E21F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951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28722-03E0-4FED-90A8-3D5C44B000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601E7-7638-DD12-EC4E-96C68ACF6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614BE-91E9-3E5D-EE43-56B03CF92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D322-98DC-417E-AC62-97F09BFF7FCB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267D1-41D4-5ACB-4337-A01B9B1E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31A14-BBBA-0ABB-7154-D63A7670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7943-05A8-48C6-901D-5B62E21F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23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086159-DDD5-E5A0-62C0-C80B48867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A0103-9EA4-DEC8-C6BF-A24BD149D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78BAE-4D75-9A68-9639-95A56A4B2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FD322-98DC-417E-AC62-97F09BFF7FCB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50583-50F2-85CF-AEFC-FD424EB33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724F6-3340-F500-78B9-39FD17C6E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F7943-05A8-48C6-901D-5B62E21F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536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92C8-DD01-1E1B-5774-737D1C63C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DSL Productization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56F0F-195C-F01A-2512-D3DB8BC38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7144" y="4270248"/>
            <a:ext cx="3279648" cy="950976"/>
          </a:xfrm>
        </p:spPr>
        <p:txBody>
          <a:bodyPr>
            <a:normAutofit/>
          </a:bodyPr>
          <a:lstStyle/>
          <a:p>
            <a:r>
              <a:rPr lang="en-US" sz="1800" dirty="0"/>
              <a:t>Anuparna Ganguly</a:t>
            </a:r>
          </a:p>
          <a:p>
            <a:r>
              <a:rPr lang="en-US" sz="1800" dirty="0">
                <a:solidFill>
                  <a:srgbClr val="00B050"/>
                </a:solidFill>
              </a:rPr>
              <a:t>23/06/2025</a:t>
            </a:r>
          </a:p>
        </p:txBody>
      </p:sp>
    </p:spTree>
    <p:extLst>
      <p:ext uri="{BB962C8B-B14F-4D97-AF65-F5344CB8AC3E}">
        <p14:creationId xmlns:p14="http://schemas.microsoft.com/office/powerpoint/2010/main" val="45677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D21F9-8B94-A0F3-AA77-F45749723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Recap 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Implemented Suggestion</a:t>
            </a:r>
            <a:endParaRPr lang="en-US" dirty="0"/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This Week’s Progress.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Input &amp; Output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Next steps/ Plan 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Demonstration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FB4489-FF8D-414C-D856-B607EAE93A1B}"/>
              </a:ext>
            </a:extLst>
          </p:cNvPr>
          <p:cNvSpPr txBox="1">
            <a:spLocks/>
          </p:cNvSpPr>
          <p:nvPr/>
        </p:nvSpPr>
        <p:spPr>
          <a:xfrm>
            <a:off x="727587" y="365125"/>
            <a:ext cx="10805652" cy="775417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Agenda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53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C0FE3-6306-79A6-BEAE-1515515FC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5"/>
            <a:ext cx="11051458" cy="795081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FFC000"/>
                </a:solidFill>
              </a:rPr>
              <a:t>Recap of Previous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DCB54-EEDA-D228-CC42-F5A0A029D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5" y="1422502"/>
            <a:ext cx="10515600" cy="483081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3"/>
                </a:solidFill>
              </a:rPr>
              <a:t>Used Parser to extract:</a:t>
            </a:r>
          </a:p>
          <a:p>
            <a:pPr lvl="1">
              <a:lnSpc>
                <a:spcPct val="110000"/>
              </a:lnSpc>
            </a:pPr>
            <a:r>
              <a:rPr lang="en-IN" dirty="0"/>
              <a:t>Node name</a:t>
            </a:r>
          </a:p>
          <a:p>
            <a:pPr lvl="1">
              <a:lnSpc>
                <a:spcPct val="110000"/>
              </a:lnSpc>
            </a:pPr>
            <a:r>
              <a:rPr lang="en-IN" dirty="0"/>
              <a:t>Node attribute values</a:t>
            </a:r>
          </a:p>
          <a:p>
            <a:pPr lvl="1">
              <a:lnSpc>
                <a:spcPct val="110000"/>
              </a:lnSpc>
            </a:pPr>
            <a:r>
              <a:rPr lang="en-IN" dirty="0"/>
              <a:t>Source and destination primitives from edges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3"/>
                </a:solidFill>
              </a:rPr>
              <a:t>Used Symbol Table to :</a:t>
            </a:r>
          </a:p>
          <a:p>
            <a:pPr lvl="1">
              <a:lnSpc>
                <a:spcPct val="110000"/>
              </a:lnSpc>
            </a:pPr>
            <a:r>
              <a:rPr lang="en-IN" dirty="0"/>
              <a:t>Store all created Nodes with type</a:t>
            </a:r>
          </a:p>
          <a:p>
            <a:pPr lvl="1">
              <a:lnSpc>
                <a:spcPct val="110000"/>
              </a:lnSpc>
            </a:pPr>
            <a:r>
              <a:rPr lang="en-IN" dirty="0"/>
              <a:t>Check if connections between nodes are valid or not.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3"/>
                </a:solidFill>
              </a:rPr>
              <a:t>Created Junction(“</a:t>
            </a:r>
            <a:r>
              <a:rPr lang="en-IN" b="1" dirty="0" err="1">
                <a:solidFill>
                  <a:schemeClr val="accent3"/>
                </a:solidFill>
              </a:rPr>
              <a:t>Junc</a:t>
            </a:r>
            <a:r>
              <a:rPr lang="en-IN" b="1" dirty="0">
                <a:solidFill>
                  <a:schemeClr val="accent3"/>
                </a:solidFill>
              </a:rPr>
              <a:t>”) between source and destination:</a:t>
            </a:r>
          </a:p>
          <a:p>
            <a:pPr lvl="1">
              <a:lnSpc>
                <a:spcPct val="110000"/>
              </a:lnSpc>
            </a:pPr>
            <a:r>
              <a:rPr lang="en-IN" dirty="0"/>
              <a:t>Helps to connect primitives</a:t>
            </a:r>
          </a:p>
          <a:p>
            <a:pPr lvl="1">
              <a:lnSpc>
                <a:spcPct val="110000"/>
              </a:lnSpc>
            </a:pPr>
            <a:r>
              <a:rPr lang="en-IN" dirty="0"/>
              <a:t>Store necessary data</a:t>
            </a:r>
          </a:p>
          <a:p>
            <a:pPr lvl="1">
              <a:lnSpc>
                <a:spcPct val="110000"/>
              </a:lnSpc>
            </a:pPr>
            <a:r>
              <a:rPr lang="en-IN" dirty="0"/>
              <a:t>Used during </a:t>
            </a:r>
            <a:r>
              <a:rPr lang="en-IN" dirty="0" err="1"/>
              <a:t>backtracking,forward</a:t>
            </a:r>
            <a:r>
              <a:rPr lang="en-IN" dirty="0"/>
              <a:t> pass, and backward pass in the analytical model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1960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7B247-34DC-36C5-0057-7C7650501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3628-C1E6-812C-880C-3297C787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6D799-A1D0-7C3C-5F12-1461268E8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Recap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Implemented Suggestion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This Week’s Progress.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Input &amp; Output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Next steps/ Plan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1280487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58A84-0498-29B1-FCF8-21B82E840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" y="365126"/>
            <a:ext cx="11611249" cy="850725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FFC000"/>
                </a:solidFill>
              </a:rPr>
              <a:t>Suggested Improvement(Implemented)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785EB-DC6F-1029-37A1-2CE3A9202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7" y="1553496"/>
            <a:ext cx="3953216" cy="48276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Removed restriction on attribute field.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Now you can write attributes more flexibly like: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dirty="0"/>
              <a:t>     Injector[type=source,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2000" dirty="0"/>
              <a:t> rate=0.2, </a:t>
            </a:r>
            <a:r>
              <a:rPr lang="en-IN" sz="2000" dirty="0" err="1">
                <a:solidFill>
                  <a:srgbClr val="FF0000"/>
                </a:solidFill>
              </a:rPr>
              <a:t>t_cap</a:t>
            </a:r>
            <a:r>
              <a:rPr lang="en-IN" sz="2000" dirty="0">
                <a:solidFill>
                  <a:srgbClr val="FF0000"/>
                </a:solidFill>
              </a:rPr>
              <a:t>=1</a:t>
            </a:r>
            <a:r>
              <a:rPr lang="en-IN" sz="2000" dirty="0"/>
              <a:t>, </a:t>
            </a:r>
            <a:r>
              <a:rPr lang="en-IN" sz="2000" dirty="0">
                <a:solidFill>
                  <a:srgbClr val="FF0000"/>
                </a:solidFill>
              </a:rPr>
              <a:t>depth = 3</a:t>
            </a:r>
            <a:r>
              <a:rPr lang="en-IN" sz="2000" dirty="0"/>
              <a:t>]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Allowed attributes </a:t>
            </a:r>
            <a:r>
              <a:rPr lang="en-IN" sz="2000" dirty="0"/>
              <a:t>list updated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Code </a:t>
            </a:r>
            <a:r>
              <a:rPr lang="en-IN" sz="2000" b="1" dirty="0"/>
              <a:t>updated </a:t>
            </a:r>
            <a:r>
              <a:rPr lang="en-IN" sz="2000" dirty="0"/>
              <a:t>accordingly</a:t>
            </a:r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82F20E24-B5D0-D9C1-3FF9-4BD1D1CFE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303" y="3757765"/>
            <a:ext cx="209550" cy="209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0EC964-C8A7-177F-4E58-C5D53BFFD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533" y="1514168"/>
            <a:ext cx="7633522" cy="490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B43CC-261C-EACA-9374-47D56FC3E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10467-DA78-372C-9E7E-59C171301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39D08-7D68-6D07-8B5C-8BCC743FB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Recap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Implemented Suggestion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This Week’s Progress.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Input &amp; Output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Next steps/ Plan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330557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BAD83-699F-BD7E-E8B9-BD9EA04EA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45" y="365126"/>
            <a:ext cx="10852355" cy="870822"/>
          </a:xfrm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Key Updates &amp; Fixes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DB04-A413-C132-A980-D46456213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Resolved errors related to </a:t>
            </a:r>
            <a:r>
              <a:rPr lang="en-US" dirty="0" err="1">
                <a:highlight>
                  <a:srgbClr val="C0C0C0"/>
                </a:highlight>
              </a:rPr>
              <a:t>dot_lang</a:t>
            </a:r>
            <a:r>
              <a:rPr lang="en-US" dirty="0">
                <a:highlight>
                  <a:srgbClr val="C0C0C0"/>
                </a:highlight>
              </a:rPr>
              <a:t>  </a:t>
            </a:r>
            <a:r>
              <a:rPr lang="en-US" dirty="0"/>
              <a:t>class members</a:t>
            </a:r>
          </a:p>
          <a:p>
            <a:r>
              <a:rPr lang="en-US" b="1" dirty="0"/>
              <a:t>Fixed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Segmentation fault errors</a:t>
            </a:r>
          </a:p>
          <a:p>
            <a:r>
              <a:rPr lang="en-US" b="1" dirty="0"/>
              <a:t>Enhanced flexibility </a:t>
            </a:r>
            <a:r>
              <a:rPr lang="en-US" dirty="0"/>
              <a:t>by updating </a:t>
            </a:r>
            <a:r>
              <a:rPr lang="en-US" b="1" dirty="0">
                <a:solidFill>
                  <a:schemeClr val="accent6"/>
                </a:solidFill>
              </a:rPr>
              <a:t>allowed</a:t>
            </a:r>
            <a:r>
              <a:rPr lang="en-US" dirty="0"/>
              <a:t> attributes</a:t>
            </a:r>
          </a:p>
          <a:p>
            <a:r>
              <a:rPr lang="en-US" dirty="0"/>
              <a:t>Added two more type attributes.</a:t>
            </a:r>
          </a:p>
          <a:p>
            <a:pPr lvl="1"/>
            <a:r>
              <a:rPr lang="en-US" dirty="0" err="1">
                <a:highlight>
                  <a:srgbClr val="C0C0C0"/>
                </a:highlight>
              </a:rPr>
              <a:t>RoundRobin</a:t>
            </a:r>
            <a:endParaRPr lang="en-US" dirty="0">
              <a:highlight>
                <a:srgbClr val="C0C0C0"/>
              </a:highlight>
            </a:endParaRPr>
          </a:p>
          <a:p>
            <a:pPr lvl="1"/>
            <a:r>
              <a:rPr lang="en-US" dirty="0">
                <a:highlight>
                  <a:srgbClr val="C0C0C0"/>
                </a:highlight>
              </a:rPr>
              <a:t>Priority </a:t>
            </a:r>
          </a:p>
          <a:p>
            <a:r>
              <a:rPr lang="en-US" b="1" dirty="0"/>
              <a:t>Modified</a:t>
            </a:r>
            <a:r>
              <a:rPr lang="en-US" dirty="0"/>
              <a:t> codebase to support the new attributes.</a:t>
            </a:r>
          </a:p>
          <a:p>
            <a:r>
              <a:rPr lang="en-US" dirty="0"/>
              <a:t>Created and integrated </a:t>
            </a:r>
            <a:r>
              <a:rPr lang="en-US" dirty="0" err="1"/>
              <a:t>Sink.h</a:t>
            </a:r>
            <a:r>
              <a:rPr lang="en-US" dirty="0"/>
              <a:t>/.</a:t>
            </a:r>
            <a:r>
              <a:rPr lang="en-US" dirty="0" err="1"/>
              <a:t>cpp</a:t>
            </a:r>
            <a:r>
              <a:rPr lang="en-US" dirty="0"/>
              <a:t> file.</a:t>
            </a:r>
          </a:p>
          <a:p>
            <a:r>
              <a:rPr lang="en-US" b="1" dirty="0"/>
              <a:t>Modularized</a:t>
            </a:r>
            <a:r>
              <a:rPr lang="en-US" dirty="0"/>
              <a:t> code further by adding new header/source files.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6839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0B35-51EB-C5AF-6087-D4185F25E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37" y="335280"/>
            <a:ext cx="11123526" cy="749003"/>
          </a:xfrm>
          <a:solidFill>
            <a:schemeClr val="tx1"/>
          </a:solidFill>
        </p:spPr>
        <p:txBody>
          <a:bodyPr anchor="b">
            <a:normAutofit/>
          </a:bodyPr>
          <a:lstStyle/>
          <a:p>
            <a:pPr algn="ctr"/>
            <a:r>
              <a:rPr lang="en-IN" sz="4000" dirty="0">
                <a:solidFill>
                  <a:srgbClr val="FFC000"/>
                </a:solidFill>
              </a:rPr>
              <a:t>Generated goldenlog.txt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E7E5D-5300-447F-99CA-009A6ECFE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32" y="1467743"/>
            <a:ext cx="3783747" cy="4756076"/>
          </a:xfrm>
        </p:spPr>
        <p:txBody>
          <a:bodyPr anchor="t">
            <a:normAutofit/>
          </a:bodyPr>
          <a:lstStyle/>
          <a:p>
            <a:r>
              <a:rPr lang="en-IN" sz="2200" dirty="0"/>
              <a:t>Usual Configs:</a:t>
            </a:r>
          </a:p>
          <a:p>
            <a:pPr lvl="1"/>
            <a:r>
              <a:rPr lang="en-IN" sz="1800" dirty="0"/>
              <a:t>RR after PR</a:t>
            </a:r>
          </a:p>
          <a:p>
            <a:pPr lvl="1"/>
            <a:r>
              <a:rPr lang="en-IN" sz="1800" dirty="0"/>
              <a:t>PR after RR</a:t>
            </a:r>
          </a:p>
          <a:p>
            <a:pPr lvl="1"/>
            <a:r>
              <a:rPr lang="en-IN" sz="1800" dirty="0"/>
              <a:t>RR after RR</a:t>
            </a:r>
          </a:p>
          <a:p>
            <a:pPr lvl="1"/>
            <a:r>
              <a:rPr lang="en-IN" sz="1800" dirty="0"/>
              <a:t>PR after PR</a:t>
            </a:r>
          </a:p>
          <a:p>
            <a:pPr lvl="1"/>
            <a:r>
              <a:rPr lang="en-IN" sz="1800" dirty="0"/>
              <a:t>Complex configurations(like RR followed by PR and that PR followed by PR/RR)</a:t>
            </a:r>
          </a:p>
          <a:p>
            <a:pPr lvl="1"/>
            <a:r>
              <a:rPr lang="en-IN" sz="1800" dirty="0"/>
              <a:t>Injector is connected to Server</a:t>
            </a:r>
          </a:p>
          <a:p>
            <a:pPr lvl="1"/>
            <a:r>
              <a:rPr lang="en-IN" sz="1800" dirty="0"/>
              <a:t>Source/Destination not declared.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3431C2-3C0B-6225-A6D0-211F14062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478" y="1389084"/>
            <a:ext cx="6640285" cy="513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114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2AE2-3EB8-55BE-E415-6416CD438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969B5-68F3-7F4D-816E-FFBD7B42B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3F123-A27F-5B7D-8FD0-6BDC2A36D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Recap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Implemented Suggestion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This Week’s Progress.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Input &amp; Output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Next steps/ Plan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1829929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9A918-48CD-CB5F-802D-FA9354008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718" y="365126"/>
            <a:ext cx="11200566" cy="736088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FFC000"/>
                </a:solidFill>
              </a:rPr>
              <a:t>Execution Result and Generated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92891C-3B94-66ED-E643-4D724972DA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789"/>
          <a:stretch>
            <a:fillRect/>
          </a:stretch>
        </p:blipFill>
        <p:spPr>
          <a:xfrm>
            <a:off x="7053943" y="1278710"/>
            <a:ext cx="4642340" cy="53530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451DC8-3EF6-497E-006F-1BA83C356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17" y="1278710"/>
            <a:ext cx="6296969" cy="535302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762948-015B-E0F9-48DD-49AE537C1C6F}"/>
              </a:ext>
            </a:extLst>
          </p:cNvPr>
          <p:cNvCxnSpPr>
            <a:cxnSpLocks/>
          </p:cNvCxnSpPr>
          <p:nvPr/>
        </p:nvCxnSpPr>
        <p:spPr>
          <a:xfrm flipH="1" flipV="1">
            <a:off x="4365522" y="3883742"/>
            <a:ext cx="501445" cy="6882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2E422A-6BF3-5862-F5AF-E246DCE1A9D2}"/>
              </a:ext>
            </a:extLst>
          </p:cNvPr>
          <p:cNvSpPr txBox="1"/>
          <p:nvPr/>
        </p:nvSpPr>
        <p:spPr>
          <a:xfrm>
            <a:off x="4060723" y="4572000"/>
            <a:ext cx="203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Extra Attribute</a:t>
            </a:r>
          </a:p>
        </p:txBody>
      </p:sp>
    </p:spTree>
    <p:extLst>
      <p:ext uri="{BB962C8B-B14F-4D97-AF65-F5344CB8AC3E}">
        <p14:creationId xmlns:p14="http://schemas.microsoft.com/office/powerpoint/2010/main" val="3998474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A8E37-F310-7D12-3A30-81A12C7B1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E19B-ECED-62E7-284B-803649A1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9F454-C838-6343-2E3B-A600BD92E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Recap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Implemented Suggestion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This Week’s Progress.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Input &amp; Output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Next steps/ Plan 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1358395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0FDE-9F3D-232C-4D67-7A58F2CC7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68" y="365126"/>
            <a:ext cx="10754032" cy="745920"/>
          </a:xfrm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Future Work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4AAF1-2BF4-9CC1-795A-9641BACCE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68" y="1317523"/>
            <a:ext cx="11130116" cy="4859440"/>
          </a:xfrm>
        </p:spPr>
        <p:txBody>
          <a:bodyPr/>
          <a:lstStyle/>
          <a:p>
            <a:r>
              <a:rPr lang="en-US" dirty="0"/>
              <a:t>Verify the connection to the Analytical Model</a:t>
            </a:r>
          </a:p>
          <a:p>
            <a:r>
              <a:rPr lang="en-US" dirty="0"/>
              <a:t>Compare the results with previous </a:t>
            </a:r>
            <a:r>
              <a:rPr lang="en-US" dirty="0" err="1">
                <a:highlight>
                  <a:srgbClr val="C0C0C0"/>
                </a:highlight>
              </a:rPr>
              <a:t>goldenLog</a:t>
            </a:r>
            <a:r>
              <a:rPr lang="en-US"/>
              <a:t> files.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0732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27B16-4CF1-00DC-5C67-BB5734F1A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16196-2AA5-2A7C-19DE-1A3EE15D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8B8CF-BB18-0B20-7C4D-D955381EF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ea typeface="+mn-lt"/>
                <a:cs typeface="+mn-lt"/>
              </a:rPr>
              <a:t>Recap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Implemented Suggestion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This Week’s Progress.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Input &amp; Output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+mn-lt"/>
                <a:cs typeface="+mn-lt"/>
              </a:rPr>
              <a:t>Next steps/ Plan 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a typeface="+mn-lt"/>
                <a:cs typeface="+mn-lt"/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887868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6b262d-64b1-48de-8710-0fc3c93bfca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52C38875BF54E8BECD10629132D8D" ma:contentTypeVersion="6" ma:contentTypeDescription="Create a new document." ma:contentTypeScope="" ma:versionID="2117dcca7870b83d47d794a40c6ad2fb">
  <xsd:schema xmlns:xsd="http://www.w3.org/2001/XMLSchema" xmlns:xs="http://www.w3.org/2001/XMLSchema" xmlns:p="http://schemas.microsoft.com/office/2006/metadata/properties" xmlns:ns3="cf6b262d-64b1-48de-8710-0fc3c93bfca9" targetNamespace="http://schemas.microsoft.com/office/2006/metadata/properties" ma:root="true" ma:fieldsID="add902ff20dc9683d596800b2ea73817" ns3:_="">
    <xsd:import namespace="cf6b262d-64b1-48de-8710-0fc3c93bfc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262d-64b1-48de-8710-0fc3c93bfc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96B6CC-34D3-4E9C-A612-4E24DAC6A646}">
  <ds:schemaRefs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cf6b262d-64b1-48de-8710-0fc3c93bfca9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8E845D0-8232-44FF-A9DC-B00EE7B62F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6b262d-64b1-48de-8710-0fc3c93bf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CF03D7-1A39-4312-81C5-52CC7E4D599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f15cd97-f6a7-41e3-b2c5-ad4193976476}" enabled="0" method="" siteId="{6f15cd97-f6a7-41e3-b2c5-ad41939764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354</Words>
  <Application>Microsoft Office PowerPoint</Application>
  <PresentationFormat>Widescreen</PresentationFormat>
  <Paragraphs>89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Segoe UI</vt:lpstr>
      <vt:lpstr>Wingdings</vt:lpstr>
      <vt:lpstr>Office Theme</vt:lpstr>
      <vt:lpstr>DSL Productization</vt:lpstr>
      <vt:lpstr>PowerPoint Presentation</vt:lpstr>
      <vt:lpstr>Recap of Previous Work</vt:lpstr>
      <vt:lpstr>Agenda</vt:lpstr>
      <vt:lpstr>Suggested Improvement(Implemented)</vt:lpstr>
      <vt:lpstr>Agenda</vt:lpstr>
      <vt:lpstr>Key Updates &amp; Fixes</vt:lpstr>
      <vt:lpstr>Generated goldenlog.txt</vt:lpstr>
      <vt:lpstr>Agenda</vt:lpstr>
      <vt:lpstr>Execution Result and Generated Output</vt:lpstr>
      <vt:lpstr>Agenda</vt:lpstr>
      <vt:lpstr>Future Work</vt:lpstr>
      <vt:lpstr>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2</cp:revision>
  <dcterms:created xsi:type="dcterms:W3CDTF">2025-06-22T21:19:00Z</dcterms:created>
  <dcterms:modified xsi:type="dcterms:W3CDTF">2025-07-10T13:57:33Z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0x0101009A552C38875BF54E8BECD10629132D8D</vt:lpwstr>
  </property>
</Properties>
</file>