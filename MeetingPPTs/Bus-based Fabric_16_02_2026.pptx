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8" r:id="rId5"/>
    <p:sldId id="259" r:id="rId6"/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DE1FE-12D5-4FD7-887A-B6D4EE95B65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95F14-C185-4528-BF58-B4E0F3A8D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8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6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DF48-BDC2-7C2A-618D-8D5D67B7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6BBB7-C86D-F7A5-DC00-2898840A9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DC2B0-1325-6590-9F22-49AB80472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9DB8-05CE-F5A6-4E6A-3F4AD095E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34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38AA-D1B5-5895-2726-4A400D0D1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15ACE-D28E-66CD-0E14-1FC1172B4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BF80-095F-44F8-1FDA-0F64D3E3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3BD2-CDCC-4FE5-E678-F92CDBC0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B180-C742-A492-5597-BB1D0532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6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411D4-EE47-60B0-B7F2-6F3C62ED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03DB6-D8DB-A858-FE00-54C592BAC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ECB1-92F7-4433-FA08-E993C673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A0CC2-5C1F-F334-B637-DC75152A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8131-8BAC-53F7-8E9A-FE3520F4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2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D1B9-A729-5978-A127-F2083572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AD676-333B-A6EC-DC29-8503A9AEE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B4E66-528B-2EB7-E66F-C01B29D9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E2B32-4D1D-555E-9DB3-60410ECB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BB22-CDAD-17B1-96B8-5D66CCA0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03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23AC-63B4-8933-30BA-FB477B57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726E-5847-31D0-C309-40A301092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5C9F-1906-AFCD-2FC0-279FCBE48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905EE-D1F3-2A9E-145C-9210D9A1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58B04-DA62-EF01-C1B6-1765CDB7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DB690-F208-0453-AC80-A9369268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4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2C0C-4D0C-4662-F67B-9BC7E1B0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2BB94-372C-9B57-DEA8-CE813FD37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41E3F-6605-2680-2311-D67DA515A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8FEB9-53C3-7378-AAE8-3B007FE4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FB4BC-C045-F1B6-DAFA-0EDA076C3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E3B5F-9058-6DF5-CDC3-9E2FF7B5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E765-3FF0-72FB-13C0-2F660705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7AFD3-905D-31DE-A2AC-2958C903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33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ED79-2D1D-1594-86B1-319391DD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16711-1D6A-4245-2E5F-7B18110C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87B0E-86B1-7D78-55A5-BC43C06B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5290D-4881-04D0-9BE5-DFB867AC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12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7E037-B87F-4E28-66B8-E4BB48DB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5FE23-ABFF-EDE2-4D07-E5B2095C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F2515-9C29-0E3F-7A48-7AAE24ED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1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EC6E-0125-A43D-E97D-FEDB18AE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DCEF-6FB0-B14F-1C0E-3FFB9A42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ABF9A-118E-F988-FF36-5EF368311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4E202-303E-AB31-B349-235C9131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47DBF-E11F-69E9-2CA1-5894AF2C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7B210-5247-65FA-DD9B-68FC2E8B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8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BFED-1312-6513-C7FA-E25E8772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597C9-CEC4-A32C-4CDD-69441FA60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C5B49-BE62-BF8A-991F-C6FCFBCAB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6FF21-53B8-97EC-0E38-DEEE98C8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52987-3A1F-7368-3FAE-C553950E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9E2F-96BC-E38A-C828-51BDCD5E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AD25-C78D-5D01-75DF-B4BAA4F0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8C07E-35C9-3A32-CA93-E4492AF1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8E78-199E-0DFD-A718-B53118FB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4DCAF-D16C-8844-4E8F-9C40C4CF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D2C4-EC37-82EB-4A9D-1F385E0F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00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FB3CC-8F5B-71B8-917D-758156DE3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722C2-A0DD-CAC8-8556-B22D3FE88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B470-9ED5-67E8-B590-53439AD9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0033-E8D0-560A-C960-5CE69EF6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6663B-FBFD-0864-EEE4-9D90D105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9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AD090-A0BC-7E10-856C-7573125F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03345-D717-2200-426B-E6ED3D1E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C9E8-A016-F31A-1F46-C5C61537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566E0-D3A1-462B-8406-1BFB740320A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BAC96-BC04-0B73-CFD3-F17CB120E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B6D1-212E-CE4F-4532-61202DCF5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989FE-A717-48FB-BC9D-F0797A49D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92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Bus-based Fabric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520C67-669D-9EB3-7C9C-E536DC4DDF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Anuparna Ganguly</a:t>
            </a:r>
          </a:p>
          <a:p>
            <a:r>
              <a:rPr lang="en-US" b="1" dirty="0">
                <a:solidFill>
                  <a:srgbClr val="00B050"/>
                </a:solidFill>
              </a:rPr>
              <a:t>16/02/2026</a:t>
            </a:r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2A80-7443-7F24-0644-6356DEECB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r>
              <a:rPr lang="en-IN" dirty="0"/>
              <a:t>Bus -&gt; DIE0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BBDE-CEA9-B937-30D5-2CA60080F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1379621"/>
            <a:ext cx="10776284" cy="479734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Concern</a:t>
            </a:r>
          </a:p>
          <a:p>
            <a:pPr lvl="1"/>
            <a:r>
              <a:rPr lang="en-IN" dirty="0"/>
              <a:t>The Bus -&gt; DIE0 path has a fixed 19 cycle delay.</a:t>
            </a:r>
          </a:p>
          <a:p>
            <a:pPr lvl="1"/>
            <a:r>
              <a:rPr lang="en-IN" dirty="0"/>
              <a:t>In </a:t>
            </a:r>
            <a:r>
              <a:rPr lang="en-IN" dirty="0" err="1"/>
              <a:t>FlexNoC</a:t>
            </a:r>
            <a:r>
              <a:rPr lang="en-IN" dirty="0"/>
              <a:t> only Arbiter primitive has </a:t>
            </a:r>
            <a:r>
              <a:rPr lang="en-IN" dirty="0" err="1"/>
              <a:t>zero_load_latency</a:t>
            </a:r>
            <a:r>
              <a:rPr lang="en-IN" dirty="0"/>
              <a:t> attribute.</a:t>
            </a:r>
          </a:p>
          <a:p>
            <a:pPr lvl="1"/>
            <a:r>
              <a:rPr lang="en-IN" b="1" dirty="0"/>
              <a:t>Multiple packets may have DIE0 as destination</a:t>
            </a:r>
            <a:r>
              <a:rPr lang="en-IN" dirty="0"/>
              <a:t>, requiring arbitration.</a:t>
            </a:r>
          </a:p>
          <a:p>
            <a:pPr lvl="1"/>
            <a:r>
              <a:rPr lang="en-IN" b="1" dirty="0"/>
              <a:t>An arbiter is needed before accessing DIE0.</a:t>
            </a:r>
          </a:p>
          <a:p>
            <a:pPr marL="0" indent="0">
              <a:buNone/>
            </a:pPr>
            <a:r>
              <a:rPr lang="en-IN" dirty="0"/>
              <a:t>Assumption</a:t>
            </a:r>
          </a:p>
          <a:p>
            <a:pPr lvl="1"/>
            <a:r>
              <a:rPr lang="en-IN" dirty="0"/>
              <a:t>We incorporate the fixed cycle delay into the zero-load latency term.</a:t>
            </a:r>
          </a:p>
          <a:p>
            <a:pPr lvl="1"/>
            <a:r>
              <a:rPr lang="en-IN" dirty="0"/>
              <a:t>Assuming </a:t>
            </a:r>
            <a:r>
              <a:rPr lang="en-IN" b="1" dirty="0"/>
              <a:t>DIE0 has arbitration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Packets coming  from BF0 buffer are arbitrated by the DIE0 arbiter after arbitration packets waits at DIE0 buffer and finally delivered to sink.</a:t>
            </a:r>
          </a:p>
        </p:txBody>
      </p:sp>
    </p:spTree>
    <p:extLst>
      <p:ext uri="{BB962C8B-B14F-4D97-AF65-F5344CB8AC3E}">
        <p14:creationId xmlns:p14="http://schemas.microsoft.com/office/powerpoint/2010/main" val="50661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B81CD1-3FE8-F988-9731-F2B061B6DBE8}"/>
              </a:ext>
            </a:extLst>
          </p:cNvPr>
          <p:cNvSpPr txBox="1"/>
          <p:nvPr/>
        </p:nvSpPr>
        <p:spPr>
          <a:xfrm>
            <a:off x="79963" y="3660488"/>
            <a:ext cx="4562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IP6 is inactive and doesn’t send any packets into the fabric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1BA18-34EB-D6DA-F64C-4F6030D3B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3" y="5620419"/>
            <a:ext cx="6032021" cy="1015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65F924-A5FF-D779-AA64-3FA5421D55BE}"/>
              </a:ext>
            </a:extLst>
          </p:cNvPr>
          <p:cNvSpPr txBox="1"/>
          <p:nvPr/>
        </p:nvSpPr>
        <p:spPr>
          <a:xfrm>
            <a:off x="79963" y="59631"/>
            <a:ext cx="839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Experiment 1 : </a:t>
            </a:r>
            <a:r>
              <a:rPr lang="en-US" sz="3200" b="1" dirty="0">
                <a:solidFill>
                  <a:srgbClr val="00B050"/>
                </a:solidFill>
              </a:rPr>
              <a:t>IP0-&gt;BF0-&gt;DIE0</a:t>
            </a:r>
            <a:r>
              <a:rPr lang="en-US" sz="3200" dirty="0"/>
              <a:t>; </a:t>
            </a:r>
            <a:r>
              <a:rPr lang="en-US" sz="3200" dirty="0">
                <a:solidFill>
                  <a:srgbClr val="FF0000"/>
                </a:solidFill>
              </a:rPr>
              <a:t>NO IP6</a:t>
            </a:r>
          </a:p>
          <a:p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FCB0-03D1-D729-3D49-14E14926B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89F5F1-5A66-0A0C-91E2-E2C3737D9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13" y="850246"/>
            <a:ext cx="5466305" cy="281740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E4011CD-46F3-2A68-384B-997A5A9E64C8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086D9F-BA6F-CA89-15C0-AE6F6172E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356" y="3576348"/>
            <a:ext cx="5836681" cy="3211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387886-8F82-7151-F34F-AA74787E68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1047" y="4387251"/>
            <a:ext cx="3292125" cy="1098339"/>
          </a:xfrm>
          <a:prstGeom prst="rect">
            <a:avLst/>
          </a:prstGeom>
        </p:spPr>
      </p:pic>
      <p:sp>
        <p:nvSpPr>
          <p:cNvPr id="18" name="Arrow: Down 17">
            <a:extLst>
              <a:ext uri="{FF2B5EF4-FFF2-40B4-BE49-F238E27FC236}">
                <a16:creationId xmlns:a16="http://schemas.microsoft.com/office/drawing/2014/main" id="{D0795CF5-CE60-A603-AF5C-ED5B6C1A39DD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2E103983-D4B7-FC68-C117-699B76051C4B}"/>
              </a:ext>
            </a:extLst>
          </p:cNvPr>
          <p:cNvSpPr/>
          <p:nvPr/>
        </p:nvSpPr>
        <p:spPr>
          <a:xfrm rot="10800000">
            <a:off x="1317523" y="4690505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9EE44-425C-6DFE-7889-AFA670E703B9}"/>
              </a:ext>
            </a:extLst>
          </p:cNvPr>
          <p:cNvSpPr txBox="1"/>
          <p:nvPr/>
        </p:nvSpPr>
        <p:spPr>
          <a:xfrm>
            <a:off x="8872695" y="5692877"/>
            <a:ext cx="2513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.</a:t>
            </a:r>
            <a:r>
              <a:rPr lang="en-IN" sz="2800" b="1" dirty="0">
                <a:solidFill>
                  <a:srgbClr val="FF0000"/>
                </a:solidFill>
              </a:rPr>
              <a:t>dot input file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933EF-A2C9-0537-BA79-CFD7EA315A5F}"/>
              </a:ext>
            </a:extLst>
          </p:cNvPr>
          <p:cNvSpPr txBox="1"/>
          <p:nvPr/>
        </p:nvSpPr>
        <p:spPr>
          <a:xfrm>
            <a:off x="2920254" y="4025297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55BA21-BE25-A8F8-6211-C1F4351542D4}"/>
              </a:ext>
            </a:extLst>
          </p:cNvPr>
          <p:cNvSpPr txBox="1"/>
          <p:nvPr/>
        </p:nvSpPr>
        <p:spPr>
          <a:xfrm>
            <a:off x="1350008" y="6356041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1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7A97-5A08-684B-0453-0BDAF243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6CCEB3-F7B9-1ADC-2399-25A86065E1DE}"/>
              </a:ext>
            </a:extLst>
          </p:cNvPr>
          <p:cNvSpPr txBox="1"/>
          <p:nvPr/>
        </p:nvSpPr>
        <p:spPr>
          <a:xfrm>
            <a:off x="79963" y="3660488"/>
            <a:ext cx="4562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IP0 is inactive and doesn’t send any packets into the fabric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946C2-D776-2608-3553-AC82E956C22E}"/>
              </a:ext>
            </a:extLst>
          </p:cNvPr>
          <p:cNvSpPr txBox="1"/>
          <p:nvPr/>
        </p:nvSpPr>
        <p:spPr>
          <a:xfrm>
            <a:off x="79963" y="59631"/>
            <a:ext cx="8396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Experiment 2 : </a:t>
            </a:r>
            <a:r>
              <a:rPr lang="en-US" sz="3200" b="1" dirty="0">
                <a:solidFill>
                  <a:srgbClr val="00B050"/>
                </a:solidFill>
              </a:rPr>
              <a:t>IP6-&gt;BF6-&gt;BF0-&gt;DIE0</a:t>
            </a:r>
            <a:r>
              <a:rPr lang="en-US" sz="3200" dirty="0"/>
              <a:t>; </a:t>
            </a:r>
            <a:r>
              <a:rPr lang="en-US" sz="3200" b="1" dirty="0">
                <a:solidFill>
                  <a:srgbClr val="FF0000"/>
                </a:solidFill>
              </a:rPr>
              <a:t>NO IP0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IN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803BF9-65F7-2BAD-F060-C34577B9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04" y="845574"/>
            <a:ext cx="5255256" cy="2326589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CBD6CA47-1832-A58B-27DA-16DCA0182375}"/>
              </a:ext>
            </a:extLst>
          </p:cNvPr>
          <p:cNvSpPr/>
          <p:nvPr/>
        </p:nvSpPr>
        <p:spPr>
          <a:xfrm>
            <a:off x="8872695" y="3177791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B0E2E8C-BEB9-2A49-72EA-2592DA23EB8E}"/>
              </a:ext>
            </a:extLst>
          </p:cNvPr>
          <p:cNvSpPr/>
          <p:nvPr/>
        </p:nvSpPr>
        <p:spPr>
          <a:xfrm rot="5224030">
            <a:off x="5769332" y="4710749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CFA51FFA-1F96-80CE-AF97-F1F81DC2BC92}"/>
              </a:ext>
            </a:extLst>
          </p:cNvPr>
          <p:cNvSpPr/>
          <p:nvPr/>
        </p:nvSpPr>
        <p:spPr>
          <a:xfrm rot="10800000">
            <a:off x="1317523" y="4690505"/>
            <a:ext cx="648929" cy="67790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2F397-C740-1F45-30F7-FA1455E9B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329" y="3590264"/>
            <a:ext cx="5924671" cy="3208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51A7AE-3D3C-26E3-CFC8-D245FE980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545" y="4306819"/>
            <a:ext cx="3711262" cy="1313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E7B8B9-D0F5-9C42-613F-0A12CE2BB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21" y="797188"/>
            <a:ext cx="6074770" cy="27245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CBCA1A-766B-A4AB-340B-C055577BB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3" y="5774652"/>
            <a:ext cx="6069436" cy="9917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10DA647-F5DA-298F-43DF-3F99A846DB57}"/>
              </a:ext>
            </a:extLst>
          </p:cNvPr>
          <p:cNvSpPr txBox="1"/>
          <p:nvPr/>
        </p:nvSpPr>
        <p:spPr>
          <a:xfrm>
            <a:off x="8872695" y="5692877"/>
            <a:ext cx="2513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.</a:t>
            </a:r>
            <a:r>
              <a:rPr lang="en-IN" sz="2800" b="1" dirty="0">
                <a:solidFill>
                  <a:srgbClr val="FF0000"/>
                </a:solidFill>
              </a:rPr>
              <a:t>dot input file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FF76-82F3-19B0-7FF1-34DAE9464BDF}"/>
              </a:ext>
            </a:extLst>
          </p:cNvPr>
          <p:cNvSpPr txBox="1"/>
          <p:nvPr/>
        </p:nvSpPr>
        <p:spPr>
          <a:xfrm>
            <a:off x="3014718" y="3928026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EDB3C8-023D-159E-24AF-9C6DDCAD6260}"/>
              </a:ext>
            </a:extLst>
          </p:cNvPr>
          <p:cNvSpPr txBox="1"/>
          <p:nvPr/>
        </p:nvSpPr>
        <p:spPr>
          <a:xfrm>
            <a:off x="1673244" y="645789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34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10" ma:contentTypeDescription="Create a new document." ma:contentTypeScope="" ma:versionID="53c1021022da70296591b795eeeb98a1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7166bdbd3ca8aa2f052e6d507fe63706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12453842-4DE8-4892-93FE-DCE6AE9D09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80C3E8-C4D7-4F49-8D12-104DB4F9E9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29797C-A54A-40C6-83C0-17C07297F9E6}">
  <ds:schemaRefs>
    <ds:schemaRef ds:uri="http://purl.org/dc/elements/1.1/"/>
    <ds:schemaRef ds:uri="http://purl.org/dc/terms/"/>
    <ds:schemaRef ds:uri="cf6b262d-64b1-48de-8710-0fc3c93bfca9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168</Words>
  <Application>Microsoft Office PowerPoint</Application>
  <PresentationFormat>Widescreen</PresentationFormat>
  <Paragraphs>25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Bus-based Fabric</vt:lpstr>
      <vt:lpstr>Bus -&gt; DIE0 Latency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2026-02-16T16:30:29Z</dcterms:created>
  <dcterms:modified xsi:type="dcterms:W3CDTF">2026-02-16T17:47:45Z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