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64" r:id="rId4"/>
    <p:sldId id="265" r:id="rId5"/>
    <p:sldId id="266" r:id="rId6"/>
    <p:sldId id="267" r:id="rId7"/>
    <p:sldId id="268" r:id="rId8"/>
    <p:sldId id="272" r:id="rId9"/>
    <p:sldId id="259" r:id="rId10"/>
    <p:sldId id="261" r:id="rId11"/>
    <p:sldId id="260" r:id="rId12"/>
    <p:sldId id="273" r:id="rId13"/>
    <p:sldId id="269" r:id="rId14"/>
    <p:sldId id="256" r:id="rId15"/>
    <p:sldId id="271" r:id="rId16"/>
    <p:sldId id="275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EEDA3-69DB-60F2-BC83-E200DFBEF5B5}" v="252" dt="2025-01-06T04:44:35.613"/>
    <p1510:client id="{1B788805-9239-AC3A-2CCF-712591EB2504}" v="1485" dt="2025-01-04T16:38:09.866"/>
    <p1510:client id="{5C78CE43-D62D-7DD7-F831-64DDEE265C55}" v="171" dt="2025-01-06T02:19:41.066"/>
    <p1510:client id="{8A32B728-2284-64A7-93F9-58396C44F940}" v="12" dt="2025-01-06T09:18:59.170"/>
    <p1510:client id="{8F86BE43-D0B8-FB0E-A66E-3BEE055AD88F}" v="663" dt="2025-01-05T19:06:08.997"/>
    <p1510:client id="{B8F5E5E4-A572-89D1-4B32-50015C095EC0}" v="56" dt="2025-01-05T16:41:23.4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8F86BE43-D0B8-FB0E-A66E-3BEE055AD88F}"/>
    <pc:docChg chg="modSld">
      <pc:chgData name="" userId="" providerId="" clId="Web-{8F86BE43-D0B8-FB0E-A66E-3BEE055AD88F}" dt="2025-01-05T18:18:13.515" v="0" actId="20577"/>
      <pc:docMkLst>
        <pc:docMk/>
      </pc:docMkLst>
      <pc:sldChg chg="modSp">
        <pc:chgData name="" userId="" providerId="" clId="Web-{8F86BE43-D0B8-FB0E-A66E-3BEE055AD88F}" dt="2025-01-05T18:18:13.515" v="0" actId="20577"/>
        <pc:sldMkLst>
          <pc:docMk/>
          <pc:sldMk cId="109857222" sldId="256"/>
        </pc:sldMkLst>
        <pc:spChg chg="mod">
          <ac:chgData name="" userId="" providerId="" clId="Web-{8F86BE43-D0B8-FB0E-A66E-3BEE055AD88F}" dt="2025-01-05T18:18:13.515" v="0" actId="20577"/>
          <ac:spMkLst>
            <pc:docMk/>
            <pc:sldMk cId="109857222" sldId="256"/>
            <ac:spMk id="15" creationId="{CD0D6966-4273-C5D9-698C-9696F2CDB181}"/>
          </ac:spMkLst>
        </pc:spChg>
      </pc:sldChg>
    </pc:docChg>
  </pc:docChgLst>
  <pc:docChgLst>
    <pc:chgData name="Anuparna Ganguly" userId="S::anuparnag@iisc.ac.in::d4fda7c1-0ef8-4822-bfe9-6b5bc1c0f78d" providerId="AD" clId="Web-{061EEDA3-69DB-60F2-BC83-E200DFBEF5B5}"/>
    <pc:docChg chg="addSld modSld sldOrd">
      <pc:chgData name="Anuparna Ganguly" userId="S::anuparnag@iisc.ac.in::d4fda7c1-0ef8-4822-bfe9-6b5bc1c0f78d" providerId="AD" clId="Web-{061EEDA3-69DB-60F2-BC83-E200DFBEF5B5}" dt="2025-01-06T04:44:35.613" v="243" actId="20577"/>
      <pc:docMkLst>
        <pc:docMk/>
      </pc:docMkLst>
      <pc:sldChg chg="modSp">
        <pc:chgData name="Anuparna Ganguly" userId="S::anuparnag@iisc.ac.in::d4fda7c1-0ef8-4822-bfe9-6b5bc1c0f78d" providerId="AD" clId="Web-{061EEDA3-69DB-60F2-BC83-E200DFBEF5B5}" dt="2025-01-06T04:33:29.454" v="152" actId="20577"/>
        <pc:sldMkLst>
          <pc:docMk/>
          <pc:sldMk cId="985532147" sldId="262"/>
        </pc:sldMkLst>
        <pc:spChg chg="mod">
          <ac:chgData name="Anuparna Ganguly" userId="S::anuparnag@iisc.ac.in::d4fda7c1-0ef8-4822-bfe9-6b5bc1c0f78d" providerId="AD" clId="Web-{061EEDA3-69DB-60F2-BC83-E200DFBEF5B5}" dt="2025-01-06T04:33:29.454" v="152" actId="20577"/>
          <ac:spMkLst>
            <pc:docMk/>
            <pc:sldMk cId="985532147" sldId="262"/>
            <ac:spMk id="3" creationId="{E91D21F9-8B94-A0F3-AA77-F45749723222}"/>
          </ac:spMkLst>
        </pc:spChg>
      </pc:sldChg>
      <pc:sldChg chg="modSp">
        <pc:chgData name="Anuparna Ganguly" userId="S::anuparnag@iisc.ac.in::d4fda7c1-0ef8-4822-bfe9-6b5bc1c0f78d" providerId="AD" clId="Web-{061EEDA3-69DB-60F2-BC83-E200DFBEF5B5}" dt="2025-01-06T04:33:12.891" v="150" actId="20577"/>
        <pc:sldMkLst>
          <pc:docMk/>
          <pc:sldMk cId="448677113" sldId="272"/>
        </pc:sldMkLst>
        <pc:spChg chg="mod">
          <ac:chgData name="Anuparna Ganguly" userId="S::anuparnag@iisc.ac.in::d4fda7c1-0ef8-4822-bfe9-6b5bc1c0f78d" providerId="AD" clId="Web-{061EEDA3-69DB-60F2-BC83-E200DFBEF5B5}" dt="2025-01-06T04:33:12.891" v="150" actId="20577"/>
          <ac:spMkLst>
            <pc:docMk/>
            <pc:sldMk cId="448677113" sldId="272"/>
            <ac:spMk id="3" creationId="{E91D21F9-8B94-A0F3-AA77-F45749723222}"/>
          </ac:spMkLst>
        </pc:spChg>
      </pc:sldChg>
      <pc:sldChg chg="modSp">
        <pc:chgData name="Anuparna Ganguly" userId="S::anuparnag@iisc.ac.in::d4fda7c1-0ef8-4822-bfe9-6b5bc1c0f78d" providerId="AD" clId="Web-{061EEDA3-69DB-60F2-BC83-E200DFBEF5B5}" dt="2025-01-06T04:33:02.172" v="149" actId="20577"/>
        <pc:sldMkLst>
          <pc:docMk/>
          <pc:sldMk cId="2929906455" sldId="273"/>
        </pc:sldMkLst>
        <pc:spChg chg="mod">
          <ac:chgData name="Anuparna Ganguly" userId="S::anuparnag@iisc.ac.in::d4fda7c1-0ef8-4822-bfe9-6b5bc1c0f78d" providerId="AD" clId="Web-{061EEDA3-69DB-60F2-BC83-E200DFBEF5B5}" dt="2025-01-06T04:33:02.172" v="149" actId="20577"/>
          <ac:spMkLst>
            <pc:docMk/>
            <pc:sldMk cId="2929906455" sldId="273"/>
            <ac:spMk id="3" creationId="{E91D21F9-8B94-A0F3-AA77-F45749723222}"/>
          </ac:spMkLst>
        </pc:spChg>
      </pc:sldChg>
      <pc:sldChg chg="modSp new mod setBg">
        <pc:chgData name="Anuparna Ganguly" userId="S::anuparnag@iisc.ac.in::d4fda7c1-0ef8-4822-bfe9-6b5bc1c0f78d" providerId="AD" clId="Web-{061EEDA3-69DB-60F2-BC83-E200DFBEF5B5}" dt="2025-01-06T04:44:35.613" v="243" actId="20577"/>
        <pc:sldMkLst>
          <pc:docMk/>
          <pc:sldMk cId="607342233" sldId="274"/>
        </pc:sldMkLst>
        <pc:spChg chg="mod">
          <ac:chgData name="Anuparna Ganguly" userId="S::anuparnag@iisc.ac.in::d4fda7c1-0ef8-4822-bfe9-6b5bc1c0f78d" providerId="AD" clId="Web-{061EEDA3-69DB-60F2-BC83-E200DFBEF5B5}" dt="2025-01-06T04:32:49.968" v="147" actId="20577"/>
          <ac:spMkLst>
            <pc:docMk/>
            <pc:sldMk cId="607342233" sldId="274"/>
            <ac:spMk id="2" creationId="{709BACA7-DBDD-27C8-D1A2-71BB1CEFD175}"/>
          </ac:spMkLst>
        </pc:spChg>
        <pc:spChg chg="mod">
          <ac:chgData name="Anuparna Ganguly" userId="S::anuparnag@iisc.ac.in::d4fda7c1-0ef8-4822-bfe9-6b5bc1c0f78d" providerId="AD" clId="Web-{061EEDA3-69DB-60F2-BC83-E200DFBEF5B5}" dt="2025-01-06T04:44:35.613" v="243" actId="20577"/>
          <ac:spMkLst>
            <pc:docMk/>
            <pc:sldMk cId="607342233" sldId="274"/>
            <ac:spMk id="3" creationId="{264DC21E-F405-207B-EECE-A6000D991827}"/>
          </ac:spMkLst>
        </pc:spChg>
      </pc:sldChg>
      <pc:sldChg chg="modSp add ord replId">
        <pc:chgData name="Anuparna Ganguly" userId="S::anuparnag@iisc.ac.in::d4fda7c1-0ef8-4822-bfe9-6b5bc1c0f78d" providerId="AD" clId="Web-{061EEDA3-69DB-60F2-BC83-E200DFBEF5B5}" dt="2025-01-06T04:32:55.281" v="148" actId="20577"/>
        <pc:sldMkLst>
          <pc:docMk/>
          <pc:sldMk cId="1929588532" sldId="275"/>
        </pc:sldMkLst>
        <pc:spChg chg="mod">
          <ac:chgData name="Anuparna Ganguly" userId="S::anuparnag@iisc.ac.in::d4fda7c1-0ef8-4822-bfe9-6b5bc1c0f78d" providerId="AD" clId="Web-{061EEDA3-69DB-60F2-BC83-E200DFBEF5B5}" dt="2025-01-06T04:32:55.281" v="148" actId="20577"/>
          <ac:spMkLst>
            <pc:docMk/>
            <pc:sldMk cId="1929588532" sldId="275"/>
            <ac:spMk id="3" creationId="{E91D21F9-8B94-A0F3-AA77-F45749723222}"/>
          </ac:spMkLst>
        </pc:spChg>
      </pc:sldChg>
    </pc:docChg>
  </pc:docChgLst>
  <pc:docChgLst>
    <pc:chgData name="Anuparna Ganguly" userId="S::anuparnag@iisc.ac.in::d4fda7c1-0ef8-4822-bfe9-6b5bc1c0f78d" providerId="AD" clId="Web-{8F86BE43-D0B8-FB0E-A66E-3BEE055AD88F}"/>
    <pc:docChg chg="addSld delSld modSld sldOrd addMainMaster delMainMaster">
      <pc:chgData name="Anuparna Ganguly" userId="S::anuparnag@iisc.ac.in::d4fda7c1-0ef8-4822-bfe9-6b5bc1c0f78d" providerId="AD" clId="Web-{8F86BE43-D0B8-FB0E-A66E-3BEE055AD88F}" dt="2025-01-05T19:06:08.997" v="582" actId="1076"/>
      <pc:docMkLst>
        <pc:docMk/>
      </pc:docMkLst>
      <pc:sldChg chg="addSp delSp modSp mod modClrScheme chgLayout">
        <pc:chgData name="Anuparna Ganguly" userId="S::anuparnag@iisc.ac.in::d4fda7c1-0ef8-4822-bfe9-6b5bc1c0f78d" providerId="AD" clId="Web-{8F86BE43-D0B8-FB0E-A66E-3BEE055AD88F}" dt="2025-01-05T19:06:08.997" v="582" actId="1076"/>
        <pc:sldMkLst>
          <pc:docMk/>
          <pc:sldMk cId="109857222" sldId="256"/>
        </pc:sldMkLst>
        <pc:spChg chg="mod">
          <ac:chgData name="Anuparna Ganguly" userId="S::anuparnag@iisc.ac.in::d4fda7c1-0ef8-4822-bfe9-6b5bc1c0f78d" providerId="AD" clId="Web-{8F86BE43-D0B8-FB0E-A66E-3BEE055AD88F}" dt="2025-01-05T19:06:00.013" v="579" actId="1076"/>
          <ac:spMkLst>
            <pc:docMk/>
            <pc:sldMk cId="109857222" sldId="256"/>
            <ac:spMk id="4" creationId="{77F7D3D8-BC13-5FDD-7C11-F7EE48803169}"/>
          </ac:spMkLst>
        </pc:spChg>
        <pc:spChg chg="mod">
          <ac:chgData name="Anuparna Ganguly" userId="S::anuparnag@iisc.ac.in::d4fda7c1-0ef8-4822-bfe9-6b5bc1c0f78d" providerId="AD" clId="Web-{8F86BE43-D0B8-FB0E-A66E-3BEE055AD88F}" dt="2025-01-05T19:06:08.997" v="582" actId="1076"/>
          <ac:spMkLst>
            <pc:docMk/>
            <pc:sldMk cId="109857222" sldId="256"/>
            <ac:spMk id="5" creationId="{BEF612AA-FB00-B5A5-0BFD-99496ADA6E83}"/>
          </ac:spMkLst>
        </pc:spChg>
        <pc:spChg chg="add mod">
          <ac:chgData name="Anuparna Ganguly" userId="S::anuparnag@iisc.ac.in::d4fda7c1-0ef8-4822-bfe9-6b5bc1c0f78d" providerId="AD" clId="Web-{8F86BE43-D0B8-FB0E-A66E-3BEE055AD88F}" dt="2025-01-05T18:48:33.064" v="518"/>
          <ac:spMkLst>
            <pc:docMk/>
            <pc:sldMk cId="109857222" sldId="256"/>
            <ac:spMk id="7" creationId="{1F425096-E8CA-9B37-BA97-CAFCC908A10C}"/>
          </ac:spMkLst>
        </pc:spChg>
        <pc:spChg chg="mod">
          <ac:chgData name="Anuparna Ganguly" userId="S::anuparnag@iisc.ac.in::d4fda7c1-0ef8-4822-bfe9-6b5bc1c0f78d" providerId="AD" clId="Web-{8F86BE43-D0B8-FB0E-A66E-3BEE055AD88F}" dt="2025-01-05T19:06:03.982" v="580" actId="1076"/>
          <ac:spMkLst>
            <pc:docMk/>
            <pc:sldMk cId="109857222" sldId="256"/>
            <ac:spMk id="8" creationId="{90D0192A-E77F-9624-A45E-BA0F827394AB}"/>
          </ac:spMkLst>
        </pc:spChg>
        <pc:spChg chg="mod">
          <ac:chgData name="Anuparna Ganguly" userId="S::anuparnag@iisc.ac.in::d4fda7c1-0ef8-4822-bfe9-6b5bc1c0f78d" providerId="AD" clId="Web-{8F86BE43-D0B8-FB0E-A66E-3BEE055AD88F}" dt="2025-01-05T19:06:06.435" v="581" actId="1076"/>
          <ac:spMkLst>
            <pc:docMk/>
            <pc:sldMk cId="109857222" sldId="256"/>
            <ac:spMk id="9" creationId="{DFA72C3D-D517-8DD0-6123-5E0B0330BDC5}"/>
          </ac:spMkLst>
        </pc:spChg>
        <pc:spChg chg="mod">
          <ac:chgData name="Anuparna Ganguly" userId="S::anuparnag@iisc.ac.in::d4fda7c1-0ef8-4822-bfe9-6b5bc1c0f78d" providerId="AD" clId="Web-{8F86BE43-D0B8-FB0E-A66E-3BEE055AD88F}" dt="2025-01-05T18:14:26.289" v="159" actId="1076"/>
          <ac:spMkLst>
            <pc:docMk/>
            <pc:sldMk cId="109857222" sldId="256"/>
            <ac:spMk id="11" creationId="{36B32DDC-A743-6566-E087-33F0A303AFFE}"/>
          </ac:spMkLst>
        </pc:spChg>
        <pc:spChg chg="mod">
          <ac:chgData name="Anuparna Ganguly" userId="S::anuparnag@iisc.ac.in::d4fda7c1-0ef8-4822-bfe9-6b5bc1c0f78d" providerId="AD" clId="Web-{8F86BE43-D0B8-FB0E-A66E-3BEE055AD88F}" dt="2025-01-05T18:38:45.271" v="486" actId="1076"/>
          <ac:spMkLst>
            <pc:docMk/>
            <pc:sldMk cId="109857222" sldId="256"/>
            <ac:spMk id="12" creationId="{9CB538FF-46EF-7CCF-1119-2B1AFFAB90BC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16:25.137" v="166"/>
          <ac:spMkLst>
            <pc:docMk/>
            <pc:sldMk cId="109857222" sldId="256"/>
            <ac:spMk id="13" creationId="{2807425B-AFCF-A55F-DC30-E492E8C92EBA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36:48.380" v="470"/>
          <ac:spMkLst>
            <pc:docMk/>
            <pc:sldMk cId="109857222" sldId="256"/>
            <ac:spMk id="13" creationId="{A4C13867-F3E2-02EC-3333-D0A04F23772B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16:15.012" v="164"/>
          <ac:spMkLst>
            <pc:docMk/>
            <pc:sldMk cId="109857222" sldId="256"/>
            <ac:spMk id="14" creationId="{54FC5906-C68E-0D0A-3C0F-20D89AC4058E}"/>
          </ac:spMkLst>
        </pc:spChg>
        <pc:spChg chg="add mod">
          <ac:chgData name="Anuparna Ganguly" userId="S::anuparnag@iisc.ac.in::d4fda7c1-0ef8-4822-bfe9-6b5bc1c0f78d" providerId="AD" clId="Web-{8F86BE43-D0B8-FB0E-A66E-3BEE055AD88F}" dt="2025-01-05T18:37:19.708" v="480" actId="20577"/>
          <ac:spMkLst>
            <pc:docMk/>
            <pc:sldMk cId="109857222" sldId="256"/>
            <ac:spMk id="14" creationId="{5A286A6E-9DE4-8374-377D-E8C5DB372438}"/>
          </ac:spMkLst>
        </pc:spChg>
        <pc:spChg chg="add mod">
          <ac:chgData name="Anuparna Ganguly" userId="S::anuparnag@iisc.ac.in::d4fda7c1-0ef8-4822-bfe9-6b5bc1c0f78d" providerId="AD" clId="Web-{8F86BE43-D0B8-FB0E-A66E-3BEE055AD88F}" dt="2025-01-05T18:39:29.741" v="498" actId="1076"/>
          <ac:spMkLst>
            <pc:docMk/>
            <pc:sldMk cId="109857222" sldId="256"/>
            <ac:spMk id="15" creationId="{CD0D6966-4273-C5D9-698C-9696F2CDB181}"/>
          </ac:spMkLst>
        </pc:spChg>
        <pc:graphicFrameChg chg="add mod modGraphic">
          <ac:chgData name="Anuparna Ganguly" userId="S::anuparnag@iisc.ac.in::d4fda7c1-0ef8-4822-bfe9-6b5bc1c0f78d" providerId="AD" clId="Web-{8F86BE43-D0B8-FB0E-A66E-3BEE055AD88F}" dt="2025-01-05T18:39:14.772" v="497"/>
          <ac:graphicFrameMkLst>
            <pc:docMk/>
            <pc:sldMk cId="109857222" sldId="256"/>
            <ac:graphicFrameMk id="2" creationId="{4DA56C9E-8115-EA13-18D6-9363524A8791}"/>
          </ac:graphicFrameMkLst>
        </pc:graphicFrameChg>
        <pc:picChg chg="add del mod modCrop">
          <ac:chgData name="Anuparna Ganguly" userId="S::anuparnag@iisc.ac.in::d4fda7c1-0ef8-4822-bfe9-6b5bc1c0f78d" providerId="AD" clId="Web-{8F86BE43-D0B8-FB0E-A66E-3BEE055AD88F}" dt="2025-01-05T18:30:28.913" v="445"/>
          <ac:picMkLst>
            <pc:docMk/>
            <pc:sldMk cId="109857222" sldId="256"/>
            <ac:picMk id="3" creationId="{16967758-7F06-760B-112B-2CC7D6149D61}"/>
          </ac:picMkLst>
        </pc:picChg>
        <pc:picChg chg="del">
          <ac:chgData name="Anuparna Ganguly" userId="S::anuparnag@iisc.ac.in::d4fda7c1-0ef8-4822-bfe9-6b5bc1c0f78d" providerId="AD" clId="Web-{8F86BE43-D0B8-FB0E-A66E-3BEE055AD88F}" dt="2025-01-05T18:01:53.967" v="61"/>
          <ac:picMkLst>
            <pc:docMk/>
            <pc:sldMk cId="109857222" sldId="256"/>
            <ac:picMk id="6" creationId="{4670C838-9831-E397-11A8-F541684DA410}"/>
          </ac:picMkLst>
        </pc:picChg>
        <pc:picChg chg="add mod">
          <ac:chgData name="Anuparna Ganguly" userId="S::anuparnag@iisc.ac.in::d4fda7c1-0ef8-4822-bfe9-6b5bc1c0f78d" providerId="AD" clId="Web-{8F86BE43-D0B8-FB0E-A66E-3BEE055AD88F}" dt="2025-01-05T18:30:41.304" v="448" actId="14100"/>
          <ac:picMkLst>
            <pc:docMk/>
            <pc:sldMk cId="109857222" sldId="256"/>
            <ac:picMk id="6" creationId="{B9AECB26-B343-4F25-5B09-34D0BD6C799E}"/>
          </ac:picMkLst>
        </pc:picChg>
      </pc:sldChg>
      <pc:sldChg chg="modSp mod setBg modClrScheme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169213756" sldId="257"/>
        </pc:sldMkLst>
        <pc:spChg chg="mod">
          <ac:chgData name="Anuparna Ganguly" userId="S::anuparnag@iisc.ac.in::d4fda7c1-0ef8-4822-bfe9-6b5bc1c0f78d" providerId="AD" clId="Web-{8F86BE43-D0B8-FB0E-A66E-3BEE055AD88F}" dt="2025-01-05T18:59:27.415" v="564" actId="20577"/>
          <ac:spMkLst>
            <pc:docMk/>
            <pc:sldMk cId="169213756" sldId="257"/>
            <ac:spMk id="144" creationId="{77F2B5A2-5988-EDD9-C889-B563E085F8BF}"/>
          </ac:spMkLst>
        </pc:spChg>
      </pc:sldChg>
      <pc:sldChg chg="del mod modClrScheme chgLayout">
        <pc:chgData name="Anuparna Ganguly" userId="S::anuparnag@iisc.ac.in::d4fda7c1-0ef8-4822-bfe9-6b5bc1c0f78d" providerId="AD" clId="Web-{8F86BE43-D0B8-FB0E-A66E-3BEE055AD88F}" dt="2025-01-05T19:04:00.355" v="572"/>
        <pc:sldMkLst>
          <pc:docMk/>
          <pc:sldMk cId="2646262415" sldId="258"/>
        </pc:sldMkLst>
      </pc:sldChg>
      <pc:sldChg chg="addSp delSp modSp mod setBg modClrScheme delDesignElem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1560672644" sldId="259"/>
        </pc:sldMkLst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560672644" sldId="259"/>
            <ac:spMk id="2" creationId="{B41E540B-91CD-D9A1-EB8B-B1A512310578}"/>
          </ac:spMkLst>
        </pc:spChg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560672644" sldId="259"/>
            <ac:spMk id="3" creationId="{FA5682D0-75E9-CA4C-EB6D-CC100BEC6FE9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560672644" sldId="259"/>
            <ac:spMk id="8" creationId="{09588DA8-065E-4F6F-8EFD-43104AB2E0CF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560672644" sldId="259"/>
            <ac:spMk id="10" creationId="{C4285719-470E-454C-AF62-8323075F1F5B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560672644" sldId="259"/>
            <ac:spMk id="12" creationId="{CD9FE4EF-C4D8-49A0-B2FF-81D8DB7D8A24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560672644" sldId="259"/>
            <ac:spMk id="14" creationId="{4300840D-0A0B-4512-BACA-B439D5B9C57C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560672644" sldId="259"/>
            <ac:spMk id="16" creationId="{D2B78728-A580-49A7-84F9-6EF6F583ADE0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560672644" sldId="259"/>
            <ac:spMk id="18" creationId="{38FAA1A1-D861-433F-88FA-1E9D6FD31D11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560672644" sldId="259"/>
            <ac:spMk id="20" creationId="{8D71EDA1-87BF-4D5D-AB79-F346FD19278A}"/>
          </ac:spMkLst>
        </pc:spChg>
      </pc:sldChg>
      <pc:sldChg chg="addSp delSp modSp mod setBg modClrScheme delDesignElem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1707467612" sldId="260"/>
        </pc:sldMkLst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707467612" sldId="260"/>
            <ac:spMk id="2" creationId="{B41E540B-91CD-D9A1-EB8B-B1A512310578}"/>
          </ac:spMkLst>
        </pc:spChg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707467612" sldId="260"/>
            <ac:spMk id="3" creationId="{FA5682D0-75E9-CA4C-EB6D-CC100BEC6FE9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707467612" sldId="260"/>
            <ac:spMk id="8" creationId="{09588DA8-065E-4F6F-8EFD-43104AB2E0CF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707467612" sldId="260"/>
            <ac:spMk id="10" creationId="{C4285719-470E-454C-AF62-8323075F1F5B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707467612" sldId="260"/>
            <ac:spMk id="12" creationId="{CD9FE4EF-C4D8-49A0-B2FF-81D8DB7D8A24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707467612" sldId="260"/>
            <ac:spMk id="14" creationId="{4300840D-0A0B-4512-BACA-B439D5B9C57C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707467612" sldId="260"/>
            <ac:spMk id="16" creationId="{D2B78728-A580-49A7-84F9-6EF6F583ADE0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707467612" sldId="260"/>
            <ac:spMk id="18" creationId="{38FAA1A1-D861-433F-88FA-1E9D6FD31D11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707467612" sldId="260"/>
            <ac:spMk id="20" creationId="{8D71EDA1-87BF-4D5D-AB79-F346FD19278A}"/>
          </ac:spMkLst>
        </pc:spChg>
      </pc:sldChg>
      <pc:sldChg chg="addSp delSp modSp mod setBg modClrScheme delDesignElem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3690464569" sldId="261"/>
        </pc:sldMkLst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3690464569" sldId="261"/>
            <ac:spMk id="2" creationId="{B41E540B-91CD-D9A1-EB8B-B1A512310578}"/>
          </ac:spMkLst>
        </pc:spChg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3690464569" sldId="261"/>
            <ac:spMk id="3" creationId="{FA5682D0-75E9-CA4C-EB6D-CC100BEC6FE9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3690464569" sldId="261"/>
            <ac:spMk id="8" creationId="{09588DA8-065E-4F6F-8EFD-43104AB2E0CF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3690464569" sldId="261"/>
            <ac:spMk id="10" creationId="{C4285719-470E-454C-AF62-8323075F1F5B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3690464569" sldId="261"/>
            <ac:spMk id="12" creationId="{CD9FE4EF-C4D8-49A0-B2FF-81D8DB7D8A24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3690464569" sldId="261"/>
            <ac:spMk id="14" creationId="{4300840D-0A0B-4512-BACA-B439D5B9C57C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3690464569" sldId="261"/>
            <ac:spMk id="16" creationId="{D2B78728-A580-49A7-84F9-6EF6F583ADE0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3690464569" sldId="261"/>
            <ac:spMk id="18" creationId="{38FAA1A1-D861-433F-88FA-1E9D6FD31D11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3690464569" sldId="261"/>
            <ac:spMk id="20" creationId="{8D71EDA1-87BF-4D5D-AB79-F346FD19278A}"/>
          </ac:spMkLst>
        </pc:spChg>
      </pc:sldChg>
      <pc:sldChg chg="modSp mod setBg modClrScheme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985532147" sldId="262"/>
        </pc:sldMkLst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985532147" sldId="262"/>
            <ac:spMk id="2" creationId="{BD3E93E9-D497-B8D1-FBE0-BA59AE4E930F}"/>
          </ac:spMkLst>
        </pc:spChg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985532147" sldId="262"/>
            <ac:spMk id="3" creationId="{E91D21F9-8B94-A0F3-AA77-F45749723222}"/>
          </ac:spMkLst>
        </pc:spChg>
      </pc:sldChg>
      <pc:sldChg chg="delSp mod setBg modClrScheme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2768727916" sldId="264"/>
        </pc:sldMkLst>
        <pc:spChg chg="del">
          <ac:chgData name="Anuparna Ganguly" userId="S::anuparnag@iisc.ac.in::d4fda7c1-0ef8-4822-bfe9-6b5bc1c0f78d" providerId="AD" clId="Web-{8F86BE43-D0B8-FB0E-A66E-3BEE055AD88F}" dt="2025-01-05T18:49:49.784" v="519"/>
          <ac:spMkLst>
            <pc:docMk/>
            <pc:sldMk cId="2768727916" sldId="264"/>
            <ac:spMk id="8" creationId="{00000000-0000-0000-0000-000000000000}"/>
          </ac:spMkLst>
        </pc:spChg>
        <pc:grpChg chg="del">
          <ac:chgData name="Anuparna Ganguly" userId="S::anuparnag@iisc.ac.in::d4fda7c1-0ef8-4822-bfe9-6b5bc1c0f78d" providerId="AD" clId="Web-{8F86BE43-D0B8-FB0E-A66E-3BEE055AD88F}" dt="2025-01-05T18:49:54.987" v="520"/>
          <ac:grpSpMkLst>
            <pc:docMk/>
            <pc:sldMk cId="2768727916" sldId="264"/>
            <ac:grpSpMk id="3" creationId="{00000000-0000-0000-0000-000000000000}"/>
          </ac:grpSpMkLst>
        </pc:grpChg>
      </pc:sldChg>
      <pc:sldChg chg="delSp mod setBg modClrScheme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3921507812" sldId="265"/>
        </pc:sldMkLst>
        <pc:spChg chg="del">
          <ac:chgData name="Anuparna Ganguly" userId="S::anuparnag@iisc.ac.in::d4fda7c1-0ef8-4822-bfe9-6b5bc1c0f78d" providerId="AD" clId="Web-{8F86BE43-D0B8-FB0E-A66E-3BEE055AD88F}" dt="2025-01-05T18:50:08.221" v="521"/>
          <ac:spMkLst>
            <pc:docMk/>
            <pc:sldMk cId="3921507812" sldId="265"/>
            <ac:spMk id="7" creationId="{00000000-0000-0000-0000-000000000000}"/>
          </ac:spMkLst>
        </pc:spChg>
        <pc:grpChg chg="del">
          <ac:chgData name="Anuparna Ganguly" userId="S::anuparnag@iisc.ac.in::d4fda7c1-0ef8-4822-bfe9-6b5bc1c0f78d" providerId="AD" clId="Web-{8F86BE43-D0B8-FB0E-A66E-3BEE055AD88F}" dt="2025-01-05T18:50:11.190" v="522"/>
          <ac:grpSpMkLst>
            <pc:docMk/>
            <pc:sldMk cId="3921507812" sldId="265"/>
            <ac:grpSpMk id="2" creationId="{00000000-0000-0000-0000-000000000000}"/>
          </ac:grpSpMkLst>
        </pc:grpChg>
      </pc:sldChg>
      <pc:sldChg chg="delSp modSp mod setBg modClrScheme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3452222959" sldId="266"/>
        </pc:sldMkLst>
        <pc:spChg chg="del">
          <ac:chgData name="Anuparna Ganguly" userId="S::anuparnag@iisc.ac.in::d4fda7c1-0ef8-4822-bfe9-6b5bc1c0f78d" providerId="AD" clId="Web-{8F86BE43-D0B8-FB0E-A66E-3BEE055AD88F}" dt="2025-01-05T18:50:24.565" v="523"/>
          <ac:spMkLst>
            <pc:docMk/>
            <pc:sldMk cId="3452222959" sldId="266"/>
            <ac:spMk id="7" creationId="{00000000-0000-0000-0000-000000000000}"/>
          </ac:spMkLst>
        </pc:spChg>
        <pc:spChg chg="mod">
          <ac:chgData name="Anuparna Ganguly" userId="S::anuparnag@iisc.ac.in::d4fda7c1-0ef8-4822-bfe9-6b5bc1c0f78d" providerId="AD" clId="Web-{8F86BE43-D0B8-FB0E-A66E-3BEE055AD88F}" dt="2025-01-05T18:50:52.566" v="529" actId="20577"/>
          <ac:spMkLst>
            <pc:docMk/>
            <pc:sldMk cId="3452222959" sldId="266"/>
            <ac:spMk id="12" creationId="{00000000-0000-0000-0000-000000000000}"/>
          </ac:spMkLst>
        </pc:spChg>
        <pc:spChg chg="mod">
          <ac:chgData name="Anuparna Ganguly" userId="S::anuparnag@iisc.ac.in::d4fda7c1-0ef8-4822-bfe9-6b5bc1c0f78d" providerId="AD" clId="Web-{8F86BE43-D0B8-FB0E-A66E-3BEE055AD88F}" dt="2025-01-05T18:50:33.956" v="525" actId="1076"/>
          <ac:spMkLst>
            <pc:docMk/>
            <pc:sldMk cId="3452222959" sldId="266"/>
            <ac:spMk id="25" creationId="{00000000-0000-0000-0000-000000000000}"/>
          </ac:spMkLst>
        </pc:spChg>
        <pc:grpChg chg="del">
          <ac:chgData name="Anuparna Ganguly" userId="S::anuparnag@iisc.ac.in::d4fda7c1-0ef8-4822-bfe9-6b5bc1c0f78d" providerId="AD" clId="Web-{8F86BE43-D0B8-FB0E-A66E-3BEE055AD88F}" dt="2025-01-05T18:50:29.237" v="524"/>
          <ac:grpSpMkLst>
            <pc:docMk/>
            <pc:sldMk cId="3452222959" sldId="266"/>
            <ac:grpSpMk id="2" creationId="{00000000-0000-0000-0000-000000000000}"/>
          </ac:grpSpMkLst>
        </pc:grpChg>
      </pc:sldChg>
      <pc:sldChg chg="delSp modSp mod setBg modClrScheme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1363150518" sldId="267"/>
        </pc:sldMkLst>
        <pc:spChg chg="del">
          <ac:chgData name="Anuparna Ganguly" userId="S::anuparnag@iisc.ac.in::d4fda7c1-0ef8-4822-bfe9-6b5bc1c0f78d" providerId="AD" clId="Web-{8F86BE43-D0B8-FB0E-A66E-3BEE055AD88F}" dt="2025-01-05T18:51:20.113" v="532"/>
          <ac:spMkLst>
            <pc:docMk/>
            <pc:sldMk cId="1363150518" sldId="267"/>
            <ac:spMk id="4" creationId="{00000000-0000-0000-0000-000000000000}"/>
          </ac:spMkLst>
        </pc:spChg>
        <pc:spChg chg="mod">
          <ac:chgData name="Anuparna Ganguly" userId="S::anuparnag@iisc.ac.in::d4fda7c1-0ef8-4822-bfe9-6b5bc1c0f78d" providerId="AD" clId="Web-{8F86BE43-D0B8-FB0E-A66E-3BEE055AD88F}" dt="2025-01-05T18:51:23.566" v="533" actId="20577"/>
          <ac:spMkLst>
            <pc:docMk/>
            <pc:sldMk cId="1363150518" sldId="267"/>
            <ac:spMk id="6" creationId="{00000000-0000-0000-0000-000000000000}"/>
          </ac:spMkLst>
        </pc:spChg>
        <pc:spChg chg="del">
          <ac:chgData name="Anuparna Ganguly" userId="S::anuparnag@iisc.ac.in::d4fda7c1-0ef8-4822-bfe9-6b5bc1c0f78d" providerId="AD" clId="Web-{8F86BE43-D0B8-FB0E-A66E-3BEE055AD88F}" dt="2025-01-05T18:51:05.503" v="530"/>
          <ac:spMkLst>
            <pc:docMk/>
            <pc:sldMk cId="1363150518" sldId="267"/>
            <ac:spMk id="7" creationId="{00000000-0000-0000-0000-000000000000}"/>
          </ac:spMkLst>
        </pc:spChg>
        <pc:spChg chg="mod">
          <ac:chgData name="Anuparna Ganguly" userId="S::anuparnag@iisc.ac.in::d4fda7c1-0ef8-4822-bfe9-6b5bc1c0f78d" providerId="AD" clId="Web-{8F86BE43-D0B8-FB0E-A66E-3BEE055AD88F}" dt="2025-01-05T18:51:17.738" v="531" actId="1076"/>
          <ac:spMkLst>
            <pc:docMk/>
            <pc:sldMk cId="1363150518" sldId="267"/>
            <ac:spMk id="14" creationId="{00000000-0000-0000-0000-000000000000}"/>
          </ac:spMkLst>
        </pc:spChg>
        <pc:grpChg chg="del">
          <ac:chgData name="Anuparna Ganguly" userId="S::anuparnag@iisc.ac.in::d4fda7c1-0ef8-4822-bfe9-6b5bc1c0f78d" providerId="AD" clId="Web-{8F86BE43-D0B8-FB0E-A66E-3BEE055AD88F}" dt="2025-01-05T18:51:20.113" v="532"/>
          <ac:grpSpMkLst>
            <pc:docMk/>
            <pc:sldMk cId="1363150518" sldId="267"/>
            <ac:grpSpMk id="3" creationId="{00000000-0000-0000-0000-000000000000}"/>
          </ac:grpSpMkLst>
        </pc:grpChg>
      </pc:sldChg>
      <pc:sldChg chg="delSp modSp mod setBg modClrScheme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768376607" sldId="268"/>
        </pc:sldMkLst>
        <pc:spChg chg="del">
          <ac:chgData name="Anuparna Ganguly" userId="S::anuparnag@iisc.ac.in::d4fda7c1-0ef8-4822-bfe9-6b5bc1c0f78d" providerId="AD" clId="Web-{8F86BE43-D0B8-FB0E-A66E-3BEE055AD88F}" dt="2025-01-05T18:51:47.613" v="536"/>
          <ac:spMkLst>
            <pc:docMk/>
            <pc:sldMk cId="768376607" sldId="268"/>
            <ac:spMk id="7" creationId="{00000000-0000-0000-0000-000000000000}"/>
          </ac:spMkLst>
        </pc:spChg>
        <pc:spChg chg="mod">
          <ac:chgData name="Anuparna Ganguly" userId="S::anuparnag@iisc.ac.in::d4fda7c1-0ef8-4822-bfe9-6b5bc1c0f78d" providerId="AD" clId="Web-{8F86BE43-D0B8-FB0E-A66E-3BEE055AD88F}" dt="2025-01-05T18:51:44.613" v="535" actId="1076"/>
          <ac:spMkLst>
            <pc:docMk/>
            <pc:sldMk cId="768376607" sldId="268"/>
            <ac:spMk id="21" creationId="{00000000-0000-0000-0000-000000000000}"/>
          </ac:spMkLst>
        </pc:spChg>
        <pc:grpChg chg="del">
          <ac:chgData name="Anuparna Ganguly" userId="S::anuparnag@iisc.ac.in::d4fda7c1-0ef8-4822-bfe9-6b5bc1c0f78d" providerId="AD" clId="Web-{8F86BE43-D0B8-FB0E-A66E-3BEE055AD88F}" dt="2025-01-05T18:51:39.785" v="534"/>
          <ac:grpSpMkLst>
            <pc:docMk/>
            <pc:sldMk cId="768376607" sldId="268"/>
            <ac:grpSpMk id="2" creationId="{00000000-0000-0000-0000-000000000000}"/>
          </ac:grpSpMkLst>
        </pc:grpChg>
        <pc:grpChg chg="mod">
          <ac:chgData name="Anuparna Ganguly" userId="S::anuparnag@iisc.ac.in::d4fda7c1-0ef8-4822-bfe9-6b5bc1c0f78d" providerId="AD" clId="Web-{8F86BE43-D0B8-FB0E-A66E-3BEE055AD88F}" dt="2025-01-05T18:54:04.036" v="545" actId="14100"/>
          <ac:grpSpMkLst>
            <pc:docMk/>
            <pc:sldMk cId="768376607" sldId="268"/>
            <ac:grpSpMk id="9" creationId="{00000000-0000-0000-0000-000000000000}"/>
          </ac:grpSpMkLst>
        </pc:grpChg>
      </pc:sldChg>
      <pc:sldChg chg="addSp delSp modSp new mod setBg modClrScheme delDesignElem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1830793791" sldId="269"/>
        </pc:sldMkLst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830793791" sldId="269"/>
            <ac:spMk id="2" creationId="{C0130F5D-EE1B-8B5C-1EF3-F3DCDF14A90C}"/>
          </ac:spMkLst>
        </pc:spChg>
        <pc:spChg chg="del mod">
          <ac:chgData name="Anuparna Ganguly" userId="S::anuparnag@iisc.ac.in::d4fda7c1-0ef8-4822-bfe9-6b5bc1c0f78d" providerId="AD" clId="Web-{8F86BE43-D0B8-FB0E-A66E-3BEE055AD88F}" dt="2025-01-05T16:54:25.791" v="5"/>
          <ac:spMkLst>
            <pc:docMk/>
            <pc:sldMk cId="1830793791" sldId="269"/>
            <ac:spMk id="3" creationId="{25A1BD5F-8665-756F-70FC-F8697B75EFF1}"/>
          </ac:spMkLst>
        </pc:spChg>
        <pc:spChg chg="add mod">
          <ac:chgData name="Anuparna Ganguly" userId="S::anuparnag@iisc.ac.in::d4fda7c1-0ef8-4822-bfe9-6b5bc1c0f78d" providerId="AD" clId="Web-{8F86BE43-D0B8-FB0E-A66E-3BEE055AD88F}" dt="2025-01-05T17:02:17.500" v="57" actId="20577"/>
          <ac:spMkLst>
            <pc:docMk/>
            <pc:sldMk cId="1830793791" sldId="269"/>
            <ac:spMk id="6" creationId="{96EEFEED-7F6C-5346-97EE-80CAD5F7DC7C}"/>
          </ac:spMkLst>
        </pc:spChg>
        <pc:spChg chg="add mod">
          <ac:chgData name="Anuparna Ganguly" userId="S::anuparnag@iisc.ac.in::d4fda7c1-0ef8-4822-bfe9-6b5bc1c0f78d" providerId="AD" clId="Web-{8F86BE43-D0B8-FB0E-A66E-3BEE055AD88F}" dt="2025-01-05T17:02:26.969" v="58" actId="20577"/>
          <ac:spMkLst>
            <pc:docMk/>
            <pc:sldMk cId="1830793791" sldId="269"/>
            <ac:spMk id="8" creationId="{A916CEFB-291F-4CD9-1FBC-B89DBDA83195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6:56:51.590" v="18"/>
          <ac:spMkLst>
            <pc:docMk/>
            <pc:sldMk cId="1830793791" sldId="269"/>
            <ac:spMk id="9" creationId="{70229136-AA87-85BF-815E-FDC82A488080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830793791" sldId="269"/>
            <ac:spMk id="10" creationId="{2F4D5922-434B-4829-B93E-02DC38A29519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6:56:51.590" v="18"/>
          <ac:spMkLst>
            <pc:docMk/>
            <pc:sldMk cId="1830793791" sldId="269"/>
            <ac:spMk id="12" creationId="{7E6D2D34-4BB4-460B-8844-027610FB21F5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830793791" sldId="269"/>
            <ac:spMk id="21" creationId="{F35FBA24-5C01-4635-A984-1DB6E340B052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830793791" sldId="269"/>
            <ac:spMk id="28" creationId="{5819102A-0400-4C1F-8614-973F5262EF56}"/>
          </ac:spMkLst>
        </pc:spChg>
        <pc:spChg chg="add del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1830793791" sldId="269"/>
            <ac:spMk id="36" creationId="{CF1485CA-41D2-421F-B28D-15EF845D5FE6}"/>
          </ac:spMkLst>
        </pc:spChg>
        <pc:grpChg chg="add del">
          <ac:chgData name="Anuparna Ganguly" userId="S::anuparnag@iisc.ac.in::d4fda7c1-0ef8-4822-bfe9-6b5bc1c0f78d" providerId="AD" clId="Web-{8F86BE43-D0B8-FB0E-A66E-3BEE055AD88F}" dt="2025-01-05T16:56:51.590" v="18"/>
          <ac:grpSpMkLst>
            <pc:docMk/>
            <pc:sldMk cId="1830793791" sldId="269"/>
            <ac:grpSpMk id="14" creationId="{C5314570-9B06-4D37-8CBD-EDD67C2FA205}"/>
          </ac:grpSpMkLst>
        </pc:grpChg>
        <pc:grpChg chg="add del">
          <ac:chgData name="Anuparna Ganguly" userId="S::anuparnag@iisc.ac.in::d4fda7c1-0ef8-4822-bfe9-6b5bc1c0f78d" providerId="AD" clId="Web-{8F86BE43-D0B8-FB0E-A66E-3BEE055AD88F}" dt="2025-01-05T18:59:35.102" v="567"/>
          <ac:grpSpMkLst>
            <pc:docMk/>
            <pc:sldMk cId="1830793791" sldId="269"/>
            <ac:grpSpMk id="22" creationId="{8D2BC472-0671-410F-BA77-E46AA6210635}"/>
          </ac:grpSpMkLst>
        </pc:grpChg>
        <pc:grpChg chg="add del">
          <ac:chgData name="Anuparna Ganguly" userId="S::anuparnag@iisc.ac.in::d4fda7c1-0ef8-4822-bfe9-6b5bc1c0f78d" providerId="AD" clId="Web-{8F86BE43-D0B8-FB0E-A66E-3BEE055AD88F}" dt="2025-01-05T18:59:35.102" v="567"/>
          <ac:grpSpMkLst>
            <pc:docMk/>
            <pc:sldMk cId="1830793791" sldId="269"/>
            <ac:grpSpMk id="27" creationId="{26C1B406-D643-4021-A6F0-2DD546697025}"/>
          </ac:grpSpMkLst>
        </pc:grpChg>
        <pc:grpChg chg="add del">
          <ac:chgData name="Anuparna Ganguly" userId="S::anuparnag@iisc.ac.in::d4fda7c1-0ef8-4822-bfe9-6b5bc1c0f78d" providerId="AD" clId="Web-{8F86BE43-D0B8-FB0E-A66E-3BEE055AD88F}" dt="2025-01-05T18:59:35.102" v="567"/>
          <ac:grpSpMkLst>
            <pc:docMk/>
            <pc:sldMk cId="1830793791" sldId="269"/>
            <ac:grpSpMk id="30" creationId="{B1A0CF5C-68C2-4432-BC2D-5A124C7B6043}"/>
          </ac:grpSpMkLst>
        </pc:grpChg>
        <pc:grpChg chg="add del">
          <ac:chgData name="Anuparna Ganguly" userId="S::anuparnag@iisc.ac.in::d4fda7c1-0ef8-4822-bfe9-6b5bc1c0f78d" providerId="AD" clId="Web-{8F86BE43-D0B8-FB0E-A66E-3BEE055AD88F}" dt="2025-01-05T18:59:35.102" v="567"/>
          <ac:grpSpMkLst>
            <pc:docMk/>
            <pc:sldMk cId="1830793791" sldId="269"/>
            <ac:grpSpMk id="38" creationId="{04ED96A1-E6CA-493F-8610-6B8B7A28E3EB}"/>
          </ac:grpSpMkLst>
        </pc:grpChg>
        <pc:picChg chg="add mod ord">
          <ac:chgData name="Anuparna Ganguly" userId="S::anuparnag@iisc.ac.in::d4fda7c1-0ef8-4822-bfe9-6b5bc1c0f78d" providerId="AD" clId="Web-{8F86BE43-D0B8-FB0E-A66E-3BEE055AD88F}" dt="2025-01-05T18:59:35.102" v="567"/>
          <ac:picMkLst>
            <pc:docMk/>
            <pc:sldMk cId="1830793791" sldId="269"/>
            <ac:picMk id="4" creationId="{04008A47-5117-6289-7B78-CDDF60819700}"/>
          </ac:picMkLst>
        </pc:picChg>
        <pc:picChg chg="add mod">
          <ac:chgData name="Anuparna Ganguly" userId="S::anuparnag@iisc.ac.in::d4fda7c1-0ef8-4822-bfe9-6b5bc1c0f78d" providerId="AD" clId="Web-{8F86BE43-D0B8-FB0E-A66E-3BEE055AD88F}" dt="2025-01-05T17:00:15.530" v="55" actId="14100"/>
          <ac:picMkLst>
            <pc:docMk/>
            <pc:sldMk cId="1830793791" sldId="269"/>
            <ac:picMk id="5" creationId="{9639AD7E-F06C-6AD4-9A1C-B399359A5762}"/>
          </ac:picMkLst>
        </pc:picChg>
        <pc:picChg chg="add del mod">
          <ac:chgData name="Anuparna Ganguly" userId="S::anuparnag@iisc.ac.in::d4fda7c1-0ef8-4822-bfe9-6b5bc1c0f78d" providerId="AD" clId="Web-{8F86BE43-D0B8-FB0E-A66E-3BEE055AD88F}" dt="2025-01-05T16:58:24.997" v="42"/>
          <ac:picMkLst>
            <pc:docMk/>
            <pc:sldMk cId="1830793791" sldId="269"/>
            <ac:picMk id="7" creationId="{145CE76F-775B-C728-1E12-9D986F6F4DE0}"/>
          </ac:picMkLst>
        </pc:picChg>
      </pc:sldChg>
      <pc:sldChg chg="add del mod replId modClrScheme chgLayout">
        <pc:chgData name="Anuparna Ganguly" userId="S::anuparnag@iisc.ac.in::d4fda7c1-0ef8-4822-bfe9-6b5bc1c0f78d" providerId="AD" clId="Web-{8F86BE43-D0B8-FB0E-A66E-3BEE055AD88F}" dt="2025-01-05T19:01:52.119" v="570"/>
        <pc:sldMkLst>
          <pc:docMk/>
          <pc:sldMk cId="3671183356" sldId="270"/>
        </pc:sldMkLst>
      </pc:sldChg>
      <pc:sldChg chg="addSp delSp modSp add del mod replId modClrScheme chgLayout">
        <pc:chgData name="Anuparna Ganguly" userId="S::anuparnag@iisc.ac.in::d4fda7c1-0ef8-4822-bfe9-6b5bc1c0f78d" providerId="AD" clId="Web-{8F86BE43-D0B8-FB0E-A66E-3BEE055AD88F}" dt="2025-01-05T19:05:50.904" v="578" actId="1076"/>
        <pc:sldMkLst>
          <pc:docMk/>
          <pc:sldMk cId="196192083" sldId="271"/>
        </pc:sldMkLst>
        <pc:spChg chg="mod">
          <ac:chgData name="Anuparna Ganguly" userId="S::anuparnag@iisc.ac.in::d4fda7c1-0ef8-4822-bfe9-6b5bc1c0f78d" providerId="AD" clId="Web-{8F86BE43-D0B8-FB0E-A66E-3BEE055AD88F}" dt="2025-01-05T19:05:40.075" v="575" actId="1076"/>
          <ac:spMkLst>
            <pc:docMk/>
            <pc:sldMk cId="196192083" sldId="271"/>
            <ac:spMk id="4" creationId="{77F7D3D8-BC13-5FDD-7C11-F7EE48803169}"/>
          </ac:spMkLst>
        </pc:spChg>
        <pc:spChg chg="mod">
          <ac:chgData name="Anuparna Ganguly" userId="S::anuparnag@iisc.ac.in::d4fda7c1-0ef8-4822-bfe9-6b5bc1c0f78d" providerId="AD" clId="Web-{8F86BE43-D0B8-FB0E-A66E-3BEE055AD88F}" dt="2025-01-05T19:05:43.825" v="576" actId="1076"/>
          <ac:spMkLst>
            <pc:docMk/>
            <pc:sldMk cId="196192083" sldId="271"/>
            <ac:spMk id="5" creationId="{BEF612AA-FB00-B5A5-0BFD-99496ADA6E83}"/>
          </ac:spMkLst>
        </pc:spChg>
        <pc:spChg chg="mod">
          <ac:chgData name="Anuparna Ganguly" userId="S::anuparnag@iisc.ac.in::d4fda7c1-0ef8-4822-bfe9-6b5bc1c0f78d" providerId="AD" clId="Web-{8F86BE43-D0B8-FB0E-A66E-3BEE055AD88F}" dt="2025-01-05T18:47:43.107" v="515"/>
          <ac:spMkLst>
            <pc:docMk/>
            <pc:sldMk cId="196192083" sldId="271"/>
            <ac:spMk id="7" creationId="{1F425096-E8CA-9B37-BA97-CAFCC908A10C}"/>
          </ac:spMkLst>
        </pc:spChg>
        <pc:spChg chg="mod">
          <ac:chgData name="Anuparna Ganguly" userId="S::anuparnag@iisc.ac.in::d4fda7c1-0ef8-4822-bfe9-6b5bc1c0f78d" providerId="AD" clId="Web-{8F86BE43-D0B8-FB0E-A66E-3BEE055AD88F}" dt="2025-01-05T19:05:47.482" v="577" actId="1076"/>
          <ac:spMkLst>
            <pc:docMk/>
            <pc:sldMk cId="196192083" sldId="271"/>
            <ac:spMk id="8" creationId="{90D0192A-E77F-9624-A45E-BA0F827394AB}"/>
          </ac:spMkLst>
        </pc:spChg>
        <pc:spChg chg="mod">
          <ac:chgData name="Anuparna Ganguly" userId="S::anuparnag@iisc.ac.in::d4fda7c1-0ef8-4822-bfe9-6b5bc1c0f78d" providerId="AD" clId="Web-{8F86BE43-D0B8-FB0E-A66E-3BEE055AD88F}" dt="2025-01-05T19:05:50.904" v="578" actId="1076"/>
          <ac:spMkLst>
            <pc:docMk/>
            <pc:sldMk cId="196192083" sldId="271"/>
            <ac:spMk id="9" creationId="{DFA72C3D-D517-8DD0-6123-5E0B0330BDC5}"/>
          </ac:spMkLst>
        </pc:spChg>
        <pc:spChg chg="mod">
          <ac:chgData name="Anuparna Ganguly" userId="S::anuparnag@iisc.ac.in::d4fda7c1-0ef8-4822-bfe9-6b5bc1c0f78d" providerId="AD" clId="Web-{8F86BE43-D0B8-FB0E-A66E-3BEE055AD88F}" dt="2025-01-05T18:46:00.325" v="505" actId="20577"/>
          <ac:spMkLst>
            <pc:docMk/>
            <pc:sldMk cId="196192083" sldId="271"/>
            <ac:spMk id="11" creationId="{36B32DDC-A743-6566-E087-33F0A303AFFE}"/>
          </ac:spMkLst>
        </pc:spChg>
        <pc:spChg chg="mod">
          <ac:chgData name="Anuparna Ganguly" userId="S::anuparnag@iisc.ac.in::d4fda7c1-0ef8-4822-bfe9-6b5bc1c0f78d" providerId="AD" clId="Web-{8F86BE43-D0B8-FB0E-A66E-3BEE055AD88F}" dt="2025-01-05T18:48:18.955" v="517"/>
          <ac:spMkLst>
            <pc:docMk/>
            <pc:sldMk cId="196192083" sldId="271"/>
            <ac:spMk id="15" creationId="{CD0D6966-4273-C5D9-698C-9696F2CDB181}"/>
          </ac:spMkLst>
        </pc:spChg>
        <pc:picChg chg="add mod">
          <ac:chgData name="Anuparna Ganguly" userId="S::anuparnag@iisc.ac.in::d4fda7c1-0ef8-4822-bfe9-6b5bc1c0f78d" providerId="AD" clId="Web-{8F86BE43-D0B8-FB0E-A66E-3BEE055AD88F}" dt="2025-01-05T18:42:08.477" v="503" actId="14100"/>
          <ac:picMkLst>
            <pc:docMk/>
            <pc:sldMk cId="196192083" sldId="271"/>
            <ac:picMk id="3" creationId="{4CBA61CE-1E12-44BC-36C2-0EE4A27A2805}"/>
          </ac:picMkLst>
        </pc:picChg>
        <pc:picChg chg="del">
          <ac:chgData name="Anuparna Ganguly" userId="S::anuparnag@iisc.ac.in::d4fda7c1-0ef8-4822-bfe9-6b5bc1c0f78d" providerId="AD" clId="Web-{8F86BE43-D0B8-FB0E-A66E-3BEE055AD88F}" dt="2025-01-05T18:41:49.101" v="500"/>
          <ac:picMkLst>
            <pc:docMk/>
            <pc:sldMk cId="196192083" sldId="271"/>
            <ac:picMk id="6" creationId="{B9AECB26-B343-4F25-5B09-34D0BD6C799E}"/>
          </ac:picMkLst>
        </pc:picChg>
      </pc:sldChg>
      <pc:sldChg chg="modSp add mod ord replId modClrScheme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448677113" sldId="272"/>
        </pc:sldMkLst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448677113" sldId="272"/>
            <ac:spMk id="2" creationId="{BD3E93E9-D497-B8D1-FBE0-BA59AE4E930F}"/>
          </ac:spMkLst>
        </pc:spChg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448677113" sldId="272"/>
            <ac:spMk id="3" creationId="{E91D21F9-8B94-A0F3-AA77-F45749723222}"/>
          </ac:spMkLst>
        </pc:spChg>
      </pc:sldChg>
      <pc:sldChg chg="modSp add mod ord replId modClrScheme chgLayout">
        <pc:chgData name="Anuparna Ganguly" userId="S::anuparnag@iisc.ac.in::d4fda7c1-0ef8-4822-bfe9-6b5bc1c0f78d" providerId="AD" clId="Web-{8F86BE43-D0B8-FB0E-A66E-3BEE055AD88F}" dt="2025-01-05T18:59:35.102" v="567"/>
        <pc:sldMkLst>
          <pc:docMk/>
          <pc:sldMk cId="2929906455" sldId="273"/>
        </pc:sldMkLst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2929906455" sldId="273"/>
            <ac:spMk id="2" creationId="{BD3E93E9-D497-B8D1-FBE0-BA59AE4E930F}"/>
          </ac:spMkLst>
        </pc:spChg>
        <pc:spChg chg="mod ord">
          <ac:chgData name="Anuparna Ganguly" userId="S::anuparnag@iisc.ac.in::d4fda7c1-0ef8-4822-bfe9-6b5bc1c0f78d" providerId="AD" clId="Web-{8F86BE43-D0B8-FB0E-A66E-3BEE055AD88F}" dt="2025-01-05T18:59:35.102" v="567"/>
          <ac:spMkLst>
            <pc:docMk/>
            <pc:sldMk cId="2929906455" sldId="273"/>
            <ac:spMk id="3" creationId="{E91D21F9-8B94-A0F3-AA77-F45749723222}"/>
          </ac:spMkLst>
        </pc:spChg>
      </pc:sldChg>
      <pc:sldChg chg="delSp new del">
        <pc:chgData name="Anuparna Ganguly" userId="S::anuparnag@iisc.ac.in::d4fda7c1-0ef8-4822-bfe9-6b5bc1c0f78d" providerId="AD" clId="Web-{8F86BE43-D0B8-FB0E-A66E-3BEE055AD88F}" dt="2025-01-05T19:04:28.183" v="574"/>
        <pc:sldMkLst>
          <pc:docMk/>
          <pc:sldMk cId="601404905" sldId="274"/>
        </pc:sldMkLst>
        <pc:spChg chg="del">
          <ac:chgData name="Anuparna Ganguly" userId="S::anuparnag@iisc.ac.in::d4fda7c1-0ef8-4822-bfe9-6b5bc1c0f78d" providerId="AD" clId="Web-{8F86BE43-D0B8-FB0E-A66E-3BEE055AD88F}" dt="2025-01-05T19:04:08.590" v="573"/>
          <ac:spMkLst>
            <pc:docMk/>
            <pc:sldMk cId="601404905" sldId="274"/>
            <ac:spMk id="3" creationId="{D4E8F391-692A-17E5-B7DA-B9BA3DE714EA}"/>
          </ac:spMkLst>
        </pc:spChg>
      </pc:sldChg>
      <pc:sldMasterChg chg="add del addSldLayout delSldLayout">
        <pc:chgData name="Anuparna Ganguly" userId="S::anuparnag@iisc.ac.in::d4fda7c1-0ef8-4822-bfe9-6b5bc1c0f78d" providerId="AD" clId="Web-{8F86BE43-D0B8-FB0E-A66E-3BEE055AD88F}" dt="2025-01-05T18:59:35.102" v="567"/>
        <pc:sldMasterMkLst>
          <pc:docMk/>
          <pc:sldMasterMk cId="2460954070" sldId="2147483660"/>
        </pc:sldMasterMkLst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Anuparna Ganguly" userId="S::anuparnag@iisc.ac.in::d4fda7c1-0ef8-4822-bfe9-6b5bc1c0f78d" providerId="AD" clId="Web-{8F86BE43-D0B8-FB0E-A66E-3BEE055AD88F}" dt="2025-01-05T18:35:14.235" v="468"/>
        <pc:sldMasterMkLst>
          <pc:docMk/>
          <pc:sldMasterMk cId="1620018002" sldId="2147483672"/>
        </pc:sldMasterMkLst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193911749" sldId="2147483673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357711643" sldId="2147483674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2281062829" sldId="2147483675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2597635723" sldId="2147483676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3381957140" sldId="2147483677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2093512162" sldId="2147483678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920736990" sldId="2147483679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487452659" sldId="2147483680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3174042667" sldId="2147483681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536109773" sldId="2147483682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4.235" v="468"/>
          <pc:sldLayoutMkLst>
            <pc:docMk/>
            <pc:sldMasterMk cId="1620018002" sldId="2147483672"/>
            <pc:sldLayoutMk cId="1528949744" sldId="2147483683"/>
          </pc:sldLayoutMkLst>
        </pc:sldLayoutChg>
      </pc:sldMasterChg>
      <pc:sldMasterChg chg="add del addSldLayout delSldLayout modSldLayout">
        <pc:chgData name="Anuparna Ganguly" userId="S::anuparnag@iisc.ac.in::d4fda7c1-0ef8-4822-bfe9-6b5bc1c0f78d" providerId="AD" clId="Web-{8F86BE43-D0B8-FB0E-A66E-3BEE055AD88F}" dt="2025-01-05T18:59:35.102" v="567"/>
        <pc:sldMasterMkLst>
          <pc:docMk/>
          <pc:sldMasterMk cId="3000347984" sldId="2147483672"/>
        </pc:sldMasterMkLst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1231817645" sldId="2147483673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3989856177" sldId="2147483674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2306614928" sldId="2147483675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1186849454" sldId="2147483676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3546119995" sldId="2147483677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2719506141" sldId="2147483678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404814688" sldId="2147483679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3566493865" sldId="2147483680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3558668558" sldId="2147483681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3141383975" sldId="2147483682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59:35.102" v="567"/>
          <pc:sldLayoutMkLst>
            <pc:docMk/>
            <pc:sldMasterMk cId="3000347984" sldId="2147483672"/>
            <pc:sldLayoutMk cId="319903836" sldId="2147483683"/>
          </pc:sldLayoutMkLst>
        </pc:sldLayoutChg>
      </pc:sldMasterChg>
      <pc:sldMasterChg chg="add del addSldLayout delSldLayout modSldLayout">
        <pc:chgData name="Anuparna Ganguly" userId="S::anuparnag@iisc.ac.in::d4fda7c1-0ef8-4822-bfe9-6b5bc1c0f78d" providerId="AD" clId="Web-{8F86BE43-D0B8-FB0E-A66E-3BEE055AD88F}" dt="2025-01-05T18:35:11.735" v="467"/>
        <pc:sldMasterMkLst>
          <pc:docMk/>
          <pc:sldMasterMk cId="1606102819" sldId="2147483684"/>
        </pc:sldMasterMkLst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2565977394" sldId="2147483685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3028982222" sldId="2147483686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3959463056" sldId="2147483687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2823015531" sldId="2147483688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2889069267" sldId="2147483689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708734494" sldId="2147483690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752292058" sldId="2147483691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3255251878" sldId="2147483692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16963909" sldId="2147483693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872212032" sldId="2147483694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11.735" v="467"/>
          <pc:sldLayoutMkLst>
            <pc:docMk/>
            <pc:sldMasterMk cId="1606102819" sldId="2147483684"/>
            <pc:sldLayoutMk cId="1041127873" sldId="2147483695"/>
          </pc:sldLayoutMkLst>
        </pc:sldLayoutChg>
      </pc:sldMasterChg>
      <pc:sldMasterChg chg="add del addSldLayout delSldLayout modSldLayout">
        <pc:chgData name="Anuparna Ganguly" userId="S::anuparnag@iisc.ac.in::d4fda7c1-0ef8-4822-bfe9-6b5bc1c0f78d" providerId="AD" clId="Web-{8F86BE43-D0B8-FB0E-A66E-3BEE055AD88F}" dt="2025-01-05T18:35:09.594" v="466"/>
        <pc:sldMasterMkLst>
          <pc:docMk/>
          <pc:sldMasterMk cId="2664384570" sldId="2147483696"/>
        </pc:sldMasterMkLst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1963094266" sldId="2147483697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529161550" sldId="2147483698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3062454883" sldId="2147483699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3330194160" sldId="2147483700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296196282" sldId="2147483701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1394436041" sldId="2147483702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2315788212" sldId="2147483703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3912106986" sldId="2147483704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718192325" sldId="2147483705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3774011181" sldId="2147483706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9.594" v="466"/>
          <pc:sldLayoutMkLst>
            <pc:docMk/>
            <pc:sldMasterMk cId="2664384570" sldId="2147483696"/>
            <pc:sldLayoutMk cId="1670663382" sldId="2147483707"/>
          </pc:sldLayoutMkLst>
        </pc:sldLayoutChg>
      </pc:sldMasterChg>
      <pc:sldMasterChg chg="add del addSldLayout delSldLayout modSldLayout">
        <pc:chgData name="Anuparna Ganguly" userId="S::anuparnag@iisc.ac.in::d4fda7c1-0ef8-4822-bfe9-6b5bc1c0f78d" providerId="AD" clId="Web-{8F86BE43-D0B8-FB0E-A66E-3BEE055AD88F}" dt="2025-01-05T18:35:06.125" v="465"/>
        <pc:sldMasterMkLst>
          <pc:docMk/>
          <pc:sldMasterMk cId="2503821069" sldId="2147483708"/>
        </pc:sldMasterMkLst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2750835306" sldId="2147483709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4111534696" sldId="2147483710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187616900" sldId="2147483711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601117117" sldId="2147483712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2599897330" sldId="2147483713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3028595710" sldId="2147483714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3713972263" sldId="2147483715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540176260" sldId="2147483716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2305838570" sldId="2147483717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2312193751" sldId="2147483718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6.125" v="465"/>
          <pc:sldLayoutMkLst>
            <pc:docMk/>
            <pc:sldMasterMk cId="2503821069" sldId="2147483708"/>
            <pc:sldLayoutMk cId="4293772311" sldId="2147483719"/>
          </pc:sldLayoutMkLst>
        </pc:sldLayoutChg>
      </pc:sldMasterChg>
      <pc:sldMasterChg chg="add del addSldLayout delSldLayout modSldLayout">
        <pc:chgData name="Anuparna Ganguly" userId="S::anuparnag@iisc.ac.in::d4fda7c1-0ef8-4822-bfe9-6b5bc1c0f78d" providerId="AD" clId="Web-{8F86BE43-D0B8-FB0E-A66E-3BEE055AD88F}" dt="2025-01-05T18:35:03.719" v="464"/>
        <pc:sldMasterMkLst>
          <pc:docMk/>
          <pc:sldMasterMk cId="287928296" sldId="2147483720"/>
        </pc:sldMasterMkLst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1401623760" sldId="2147483721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1739512435" sldId="2147483722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274905422" sldId="2147483723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1450406404" sldId="2147483724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3154467022" sldId="2147483725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1119178224" sldId="2147483726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3594729940" sldId="2147483727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368148232" sldId="2147483728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3393495310" sldId="2147483729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1224257874" sldId="2147483730"/>
          </pc:sldLayoutMkLst>
        </pc:sldLayoutChg>
        <pc:sldLayoutChg chg="add del mod replId">
          <pc:chgData name="Anuparna Ganguly" userId="S::anuparnag@iisc.ac.in::d4fda7c1-0ef8-4822-bfe9-6b5bc1c0f78d" providerId="AD" clId="Web-{8F86BE43-D0B8-FB0E-A66E-3BEE055AD88F}" dt="2025-01-05T18:35:03.719" v="464"/>
          <pc:sldLayoutMkLst>
            <pc:docMk/>
            <pc:sldMasterMk cId="287928296" sldId="2147483720"/>
            <pc:sldLayoutMk cId="1034366930" sldId="2147483731"/>
          </pc:sldLayoutMkLst>
        </pc:sldLayoutChg>
      </pc:sldMasterChg>
    </pc:docChg>
  </pc:docChgLst>
  <pc:docChgLst>
    <pc:chgData name="Anuparna Ganguly" userId="S::anuparnag@iisc.ac.in::d4fda7c1-0ef8-4822-bfe9-6b5bc1c0f78d" providerId="AD" clId="Web-{8A32B728-2284-64A7-93F9-58396C44F940}"/>
    <pc:docChg chg="modSld">
      <pc:chgData name="Anuparna Ganguly" userId="S::anuparnag@iisc.ac.in::d4fda7c1-0ef8-4822-bfe9-6b5bc1c0f78d" providerId="AD" clId="Web-{8A32B728-2284-64A7-93F9-58396C44F940}" dt="2025-01-06T09:18:55.623" v="6" actId="20577"/>
      <pc:docMkLst>
        <pc:docMk/>
      </pc:docMkLst>
      <pc:sldChg chg="modSp">
        <pc:chgData name="Anuparna Ganguly" userId="S::anuparnag@iisc.ac.in::d4fda7c1-0ef8-4822-bfe9-6b5bc1c0f78d" providerId="AD" clId="Web-{8A32B728-2284-64A7-93F9-58396C44F940}" dt="2025-01-06T09:18:06.826" v="0" actId="20577"/>
        <pc:sldMkLst>
          <pc:docMk/>
          <pc:sldMk cId="985532147" sldId="262"/>
        </pc:sldMkLst>
        <pc:spChg chg="mod">
          <ac:chgData name="Anuparna Ganguly" userId="S::anuparnag@iisc.ac.in::d4fda7c1-0ef8-4822-bfe9-6b5bc1c0f78d" providerId="AD" clId="Web-{8A32B728-2284-64A7-93F9-58396C44F940}" dt="2025-01-06T09:18:06.826" v="0" actId="20577"/>
          <ac:spMkLst>
            <pc:docMk/>
            <pc:sldMk cId="985532147" sldId="262"/>
            <ac:spMk id="3" creationId="{E91D21F9-8B94-A0F3-AA77-F45749723222}"/>
          </ac:spMkLst>
        </pc:spChg>
      </pc:sldChg>
      <pc:sldChg chg="modSp">
        <pc:chgData name="Anuparna Ganguly" userId="S::anuparnag@iisc.ac.in::d4fda7c1-0ef8-4822-bfe9-6b5bc1c0f78d" providerId="AD" clId="Web-{8A32B728-2284-64A7-93F9-58396C44F940}" dt="2025-01-06T09:18:23.014" v="1" actId="20577"/>
        <pc:sldMkLst>
          <pc:docMk/>
          <pc:sldMk cId="448677113" sldId="272"/>
        </pc:sldMkLst>
        <pc:spChg chg="mod">
          <ac:chgData name="Anuparna Ganguly" userId="S::anuparnag@iisc.ac.in::d4fda7c1-0ef8-4822-bfe9-6b5bc1c0f78d" providerId="AD" clId="Web-{8A32B728-2284-64A7-93F9-58396C44F940}" dt="2025-01-06T09:18:23.014" v="1" actId="20577"/>
          <ac:spMkLst>
            <pc:docMk/>
            <pc:sldMk cId="448677113" sldId="272"/>
            <ac:spMk id="3" creationId="{E91D21F9-8B94-A0F3-AA77-F45749723222}"/>
          </ac:spMkLst>
        </pc:spChg>
      </pc:sldChg>
      <pc:sldChg chg="modSp">
        <pc:chgData name="Anuparna Ganguly" userId="S::anuparnag@iisc.ac.in::d4fda7c1-0ef8-4822-bfe9-6b5bc1c0f78d" providerId="AD" clId="Web-{8A32B728-2284-64A7-93F9-58396C44F940}" dt="2025-01-06T09:18:30.826" v="2" actId="20577"/>
        <pc:sldMkLst>
          <pc:docMk/>
          <pc:sldMk cId="2929906455" sldId="273"/>
        </pc:sldMkLst>
        <pc:spChg chg="mod">
          <ac:chgData name="Anuparna Ganguly" userId="S::anuparnag@iisc.ac.in::d4fda7c1-0ef8-4822-bfe9-6b5bc1c0f78d" providerId="AD" clId="Web-{8A32B728-2284-64A7-93F9-58396C44F940}" dt="2025-01-06T09:18:30.826" v="2" actId="20577"/>
          <ac:spMkLst>
            <pc:docMk/>
            <pc:sldMk cId="2929906455" sldId="273"/>
            <ac:spMk id="3" creationId="{E91D21F9-8B94-A0F3-AA77-F45749723222}"/>
          </ac:spMkLst>
        </pc:spChg>
      </pc:sldChg>
      <pc:sldChg chg="modSp">
        <pc:chgData name="Anuparna Ganguly" userId="S::anuparnag@iisc.ac.in::d4fda7c1-0ef8-4822-bfe9-6b5bc1c0f78d" providerId="AD" clId="Web-{8A32B728-2284-64A7-93F9-58396C44F940}" dt="2025-01-06T09:18:55.623" v="6" actId="20577"/>
        <pc:sldMkLst>
          <pc:docMk/>
          <pc:sldMk cId="607342233" sldId="274"/>
        </pc:sldMkLst>
        <pc:spChg chg="mod">
          <ac:chgData name="Anuparna Ganguly" userId="S::anuparnag@iisc.ac.in::d4fda7c1-0ef8-4822-bfe9-6b5bc1c0f78d" providerId="AD" clId="Web-{8A32B728-2284-64A7-93F9-58396C44F940}" dt="2025-01-06T09:18:55.623" v="6" actId="20577"/>
          <ac:spMkLst>
            <pc:docMk/>
            <pc:sldMk cId="607342233" sldId="274"/>
            <ac:spMk id="2" creationId="{709BACA7-DBDD-27C8-D1A2-71BB1CEFD175}"/>
          </ac:spMkLst>
        </pc:spChg>
      </pc:sldChg>
      <pc:sldChg chg="modSp">
        <pc:chgData name="Anuparna Ganguly" userId="S::anuparnag@iisc.ac.in::d4fda7c1-0ef8-4822-bfe9-6b5bc1c0f78d" providerId="AD" clId="Web-{8A32B728-2284-64A7-93F9-58396C44F940}" dt="2025-01-06T09:18:42.342" v="4" actId="20577"/>
        <pc:sldMkLst>
          <pc:docMk/>
          <pc:sldMk cId="1929588532" sldId="275"/>
        </pc:sldMkLst>
        <pc:spChg chg="mod">
          <ac:chgData name="Anuparna Ganguly" userId="S::anuparnag@iisc.ac.in::d4fda7c1-0ef8-4822-bfe9-6b5bc1c0f78d" providerId="AD" clId="Web-{8A32B728-2284-64A7-93F9-58396C44F940}" dt="2025-01-06T09:18:42.342" v="4" actId="20577"/>
          <ac:spMkLst>
            <pc:docMk/>
            <pc:sldMk cId="1929588532" sldId="275"/>
            <ac:spMk id="3" creationId="{E91D21F9-8B94-A0F3-AA77-F45749723222}"/>
          </ac:spMkLst>
        </pc:spChg>
      </pc:sldChg>
    </pc:docChg>
  </pc:docChgLst>
  <pc:docChgLst>
    <pc:chgData clId="Web-{B8F5E5E4-A572-89D1-4B32-50015C095EC0}"/>
    <pc:docChg chg="addSld">
      <pc:chgData name="" userId="" providerId="" clId="Web-{B8F5E5E4-A572-89D1-4B32-50015C095EC0}" dt="2025-01-05T16:20:19.654" v="0"/>
      <pc:docMkLst>
        <pc:docMk/>
      </pc:docMkLst>
      <pc:sldChg chg="new">
        <pc:chgData name="" userId="" providerId="" clId="Web-{B8F5E5E4-A572-89D1-4B32-50015C095EC0}" dt="2025-01-05T16:20:19.654" v="0"/>
        <pc:sldMkLst>
          <pc:docMk/>
          <pc:sldMk cId="985532147" sldId="262"/>
        </pc:sldMkLst>
      </pc:sldChg>
    </pc:docChg>
  </pc:docChgLst>
  <pc:docChgLst>
    <pc:chgData name="Anuparna Ganguly" userId="S::anuparnag@iisc.ac.in::d4fda7c1-0ef8-4822-bfe9-6b5bc1c0f78d" providerId="AD" clId="Web-{5C78CE43-D62D-7DD7-F831-64DDEE265C55}"/>
    <pc:docChg chg="modSld">
      <pc:chgData name="Anuparna Ganguly" userId="S::anuparnag@iisc.ac.in::d4fda7c1-0ef8-4822-bfe9-6b5bc1c0f78d" providerId="AD" clId="Web-{5C78CE43-D62D-7DD7-F831-64DDEE265C55}" dt="2025-01-06T02:19:38.129" v="114" actId="20577"/>
      <pc:docMkLst>
        <pc:docMk/>
      </pc:docMkLst>
      <pc:sldChg chg="modSp mod setBg">
        <pc:chgData name="Anuparna Ganguly" userId="S::anuparnag@iisc.ac.in::d4fda7c1-0ef8-4822-bfe9-6b5bc1c0f78d" providerId="AD" clId="Web-{5C78CE43-D62D-7DD7-F831-64DDEE265C55}" dt="2025-01-06T02:18:06.626" v="100"/>
        <pc:sldMkLst>
          <pc:docMk/>
          <pc:sldMk cId="169213756" sldId="257"/>
        </pc:sldMkLst>
        <pc:spChg chg="mod">
          <ac:chgData name="Anuparna Ganguly" userId="S::anuparnag@iisc.ac.in::d4fda7c1-0ef8-4822-bfe9-6b5bc1c0f78d" providerId="AD" clId="Web-{5C78CE43-D62D-7DD7-F831-64DDEE265C55}" dt="2025-01-06T02:17:56.532" v="98" actId="20577"/>
          <ac:spMkLst>
            <pc:docMk/>
            <pc:sldMk cId="169213756" sldId="257"/>
            <ac:spMk id="144" creationId="{77F2B5A2-5988-EDD9-C889-B563E085F8BF}"/>
          </ac:spMkLst>
        </pc:spChg>
      </pc:sldChg>
      <pc:sldChg chg="modSp">
        <pc:chgData name="Anuparna Ganguly" userId="S::anuparnag@iisc.ac.in::d4fda7c1-0ef8-4822-bfe9-6b5bc1c0f78d" providerId="AD" clId="Web-{5C78CE43-D62D-7DD7-F831-64DDEE265C55}" dt="2025-01-06T02:06:33.093" v="21" actId="20577"/>
        <pc:sldMkLst>
          <pc:docMk/>
          <pc:sldMk cId="985532147" sldId="262"/>
        </pc:sldMkLst>
        <pc:spChg chg="mod">
          <ac:chgData name="Anuparna Ganguly" userId="S::anuparnag@iisc.ac.in::d4fda7c1-0ef8-4822-bfe9-6b5bc1c0f78d" providerId="AD" clId="Web-{5C78CE43-D62D-7DD7-F831-64DDEE265C55}" dt="2025-01-06T02:06:33.093" v="21" actId="20577"/>
          <ac:spMkLst>
            <pc:docMk/>
            <pc:sldMk cId="985532147" sldId="262"/>
            <ac:spMk id="3" creationId="{E91D21F9-8B94-A0F3-AA77-F45749723222}"/>
          </ac:spMkLst>
        </pc:spChg>
      </pc:sldChg>
      <pc:sldChg chg="addSp delSp modSp">
        <pc:chgData name="Anuparna Ganguly" userId="S::anuparnag@iisc.ac.in::d4fda7c1-0ef8-4822-bfe9-6b5bc1c0f78d" providerId="AD" clId="Web-{5C78CE43-D62D-7DD7-F831-64DDEE265C55}" dt="2025-01-06T02:07:54.892" v="33" actId="20577"/>
        <pc:sldMkLst>
          <pc:docMk/>
          <pc:sldMk cId="2768727916" sldId="264"/>
        </pc:sldMkLst>
        <pc:spChg chg="mod">
          <ac:chgData name="Anuparna Ganguly" userId="S::anuparnag@iisc.ac.in::d4fda7c1-0ef8-4822-bfe9-6b5bc1c0f78d" providerId="AD" clId="Web-{5C78CE43-D62D-7DD7-F831-64DDEE265C55}" dt="2025-01-06T02:07:54.892" v="33" actId="20577"/>
          <ac:spMkLst>
            <pc:docMk/>
            <pc:sldMk cId="2768727916" sldId="264"/>
            <ac:spMk id="5" creationId="{9B594D15-4716-AEB5-8A69-656351598466}"/>
          </ac:spMkLst>
        </pc:spChg>
        <pc:spChg chg="mod">
          <ac:chgData name="Anuparna Ganguly" userId="S::anuparnag@iisc.ac.in::d4fda7c1-0ef8-4822-bfe9-6b5bc1c0f78d" providerId="AD" clId="Web-{5C78CE43-D62D-7DD7-F831-64DDEE265C55}" dt="2025-01-06T02:07:30.641" v="24" actId="14100"/>
          <ac:spMkLst>
            <pc:docMk/>
            <pc:sldMk cId="2768727916" sldId="264"/>
            <ac:spMk id="22" creationId="{00000000-0000-0000-0000-000000000000}"/>
          </ac:spMkLst>
        </pc:spChg>
        <pc:spChg chg="del">
          <ac:chgData name="Anuparna Ganguly" userId="S::anuparnag@iisc.ac.in::d4fda7c1-0ef8-4822-bfe9-6b5bc1c0f78d" providerId="AD" clId="Web-{5C78CE43-D62D-7DD7-F831-64DDEE265C55}" dt="2025-01-06T02:07:21.969" v="23"/>
          <ac:spMkLst>
            <pc:docMk/>
            <pc:sldMk cId="2768727916" sldId="264"/>
            <ac:spMk id="41" creationId="{00000000-0000-0000-0000-000000000000}"/>
          </ac:spMkLst>
        </pc:spChg>
        <pc:spChg chg="del">
          <ac:chgData name="Anuparna Ganguly" userId="S::anuparnag@iisc.ac.in::d4fda7c1-0ef8-4822-bfe9-6b5bc1c0f78d" providerId="AD" clId="Web-{5C78CE43-D62D-7DD7-F831-64DDEE265C55}" dt="2025-01-06T02:07:18.844" v="22"/>
          <ac:spMkLst>
            <pc:docMk/>
            <pc:sldMk cId="2768727916" sldId="264"/>
            <ac:spMk id="42" creationId="{00000000-0000-0000-0000-000000000000}"/>
          </ac:spMkLst>
        </pc:spChg>
        <pc:grpChg chg="add mod">
          <ac:chgData name="Anuparna Ganguly" userId="S::anuparnag@iisc.ac.in::d4fda7c1-0ef8-4822-bfe9-6b5bc1c0f78d" providerId="AD" clId="Web-{5C78CE43-D62D-7DD7-F831-64DDEE265C55}" dt="2025-01-06T02:07:45.251" v="26" actId="1076"/>
          <ac:grpSpMkLst>
            <pc:docMk/>
            <pc:sldMk cId="2768727916" sldId="264"/>
            <ac:grpSpMk id="3" creationId="{2169B3BB-CF51-9D8D-E9CD-39A3BBE297F1}"/>
          </ac:grpSpMkLst>
        </pc:grpChg>
      </pc:sldChg>
      <pc:sldChg chg="modSp">
        <pc:chgData name="Anuparna Ganguly" userId="S::anuparnag@iisc.ac.in::d4fda7c1-0ef8-4822-bfe9-6b5bc1c0f78d" providerId="AD" clId="Web-{5C78CE43-D62D-7DD7-F831-64DDEE265C55}" dt="2025-01-06T02:19:38.129" v="114" actId="20577"/>
        <pc:sldMkLst>
          <pc:docMk/>
          <pc:sldMk cId="1830793791" sldId="269"/>
        </pc:sldMkLst>
        <pc:spChg chg="mod">
          <ac:chgData name="Anuparna Ganguly" userId="S::anuparnag@iisc.ac.in::d4fda7c1-0ef8-4822-bfe9-6b5bc1c0f78d" providerId="AD" clId="Web-{5C78CE43-D62D-7DD7-F831-64DDEE265C55}" dt="2025-01-06T02:10:34.680" v="61" actId="20577"/>
          <ac:spMkLst>
            <pc:docMk/>
            <pc:sldMk cId="1830793791" sldId="269"/>
            <ac:spMk id="2" creationId="{C0130F5D-EE1B-8B5C-1EF3-F3DCDF14A90C}"/>
          </ac:spMkLst>
        </pc:spChg>
        <pc:spChg chg="mod">
          <ac:chgData name="Anuparna Ganguly" userId="S::anuparnag@iisc.ac.in::d4fda7c1-0ef8-4822-bfe9-6b5bc1c0f78d" providerId="AD" clId="Web-{5C78CE43-D62D-7DD7-F831-64DDEE265C55}" dt="2025-01-06T02:19:38.129" v="114" actId="20577"/>
          <ac:spMkLst>
            <pc:docMk/>
            <pc:sldMk cId="1830793791" sldId="269"/>
            <ac:spMk id="6" creationId="{96EEFEED-7F6C-5346-97EE-80CAD5F7DC7C}"/>
          </ac:spMkLst>
        </pc:spChg>
      </pc:sldChg>
      <pc:sldChg chg="modSp">
        <pc:chgData name="Anuparna Ganguly" userId="S::anuparnag@iisc.ac.in::d4fda7c1-0ef8-4822-bfe9-6b5bc1c0f78d" providerId="AD" clId="Web-{5C78CE43-D62D-7DD7-F831-64DDEE265C55}" dt="2025-01-06T02:08:45.800" v="47" actId="20577"/>
        <pc:sldMkLst>
          <pc:docMk/>
          <pc:sldMk cId="448677113" sldId="272"/>
        </pc:sldMkLst>
        <pc:spChg chg="mod">
          <ac:chgData name="Anuparna Ganguly" userId="S::anuparnag@iisc.ac.in::d4fda7c1-0ef8-4822-bfe9-6b5bc1c0f78d" providerId="AD" clId="Web-{5C78CE43-D62D-7DD7-F831-64DDEE265C55}" dt="2025-01-06T02:08:45.800" v="47" actId="20577"/>
          <ac:spMkLst>
            <pc:docMk/>
            <pc:sldMk cId="448677113" sldId="272"/>
            <ac:spMk id="3" creationId="{E91D21F9-8B94-A0F3-AA77-F45749723222}"/>
          </ac:spMkLst>
        </pc:spChg>
      </pc:sldChg>
      <pc:sldChg chg="modSp">
        <pc:chgData name="Anuparna Ganguly" userId="S::anuparnag@iisc.ac.in::d4fda7c1-0ef8-4822-bfe9-6b5bc1c0f78d" providerId="AD" clId="Web-{5C78CE43-D62D-7DD7-F831-64DDEE265C55}" dt="2025-01-06T02:10:24.289" v="60" actId="20577"/>
        <pc:sldMkLst>
          <pc:docMk/>
          <pc:sldMk cId="2929906455" sldId="273"/>
        </pc:sldMkLst>
        <pc:spChg chg="mod">
          <ac:chgData name="Anuparna Ganguly" userId="S::anuparnag@iisc.ac.in::d4fda7c1-0ef8-4822-bfe9-6b5bc1c0f78d" providerId="AD" clId="Web-{5C78CE43-D62D-7DD7-F831-64DDEE265C55}" dt="2025-01-06T02:10:24.289" v="60" actId="20577"/>
          <ac:spMkLst>
            <pc:docMk/>
            <pc:sldMk cId="2929906455" sldId="273"/>
            <ac:spMk id="3" creationId="{E91D21F9-8B94-A0F3-AA77-F45749723222}"/>
          </ac:spMkLst>
        </pc:spChg>
      </pc:sldChg>
    </pc:docChg>
  </pc:docChgLst>
  <pc:docChgLst>
    <pc:chgData name="Anuparna Ganguly" userId="S::anuparnag@iisc.ac.in::d4fda7c1-0ef8-4822-bfe9-6b5bc1c0f78d" providerId="AD" clId="Web-{B8F5E5E4-A572-89D1-4B32-50015C095EC0}"/>
    <pc:docChg chg="addSld delSld modSld">
      <pc:chgData name="Anuparna Ganguly" userId="S::anuparnag@iisc.ac.in::d4fda7c1-0ef8-4822-bfe9-6b5bc1c0f78d" providerId="AD" clId="Web-{B8F5E5E4-A572-89D1-4B32-50015C095EC0}" dt="2025-01-05T16:41:23.466" v="52"/>
      <pc:docMkLst>
        <pc:docMk/>
      </pc:docMkLst>
      <pc:sldChg chg="modSp">
        <pc:chgData name="Anuparna Ganguly" userId="S::anuparnag@iisc.ac.in::d4fda7c1-0ef8-4822-bfe9-6b5bc1c0f78d" providerId="AD" clId="Web-{B8F5E5E4-A572-89D1-4B32-50015C095EC0}" dt="2025-01-05T16:22:20.921" v="31" actId="20577"/>
        <pc:sldMkLst>
          <pc:docMk/>
          <pc:sldMk cId="985532147" sldId="262"/>
        </pc:sldMkLst>
        <pc:spChg chg="mod">
          <ac:chgData name="Anuparna Ganguly" userId="S::anuparnag@iisc.ac.in::d4fda7c1-0ef8-4822-bfe9-6b5bc1c0f78d" providerId="AD" clId="Web-{B8F5E5E4-A572-89D1-4B32-50015C095EC0}" dt="2025-01-05T16:20:36.404" v="19" actId="20577"/>
          <ac:spMkLst>
            <pc:docMk/>
            <pc:sldMk cId="985532147" sldId="262"/>
            <ac:spMk id="2" creationId="{BD3E93E9-D497-B8D1-FBE0-BA59AE4E930F}"/>
          </ac:spMkLst>
        </pc:spChg>
        <pc:spChg chg="mod">
          <ac:chgData name="Anuparna Ganguly" userId="S::anuparnag@iisc.ac.in::d4fda7c1-0ef8-4822-bfe9-6b5bc1c0f78d" providerId="AD" clId="Web-{B8F5E5E4-A572-89D1-4B32-50015C095EC0}" dt="2025-01-05T16:22:20.921" v="31" actId="20577"/>
          <ac:spMkLst>
            <pc:docMk/>
            <pc:sldMk cId="985532147" sldId="262"/>
            <ac:spMk id="3" creationId="{E91D21F9-8B94-A0F3-AA77-F45749723222}"/>
          </ac:spMkLst>
        </pc:spChg>
      </pc:sldChg>
      <pc:sldChg chg="add del">
        <pc:chgData name="Anuparna Ganguly" userId="S::anuparnag@iisc.ac.in::d4fda7c1-0ef8-4822-bfe9-6b5bc1c0f78d" providerId="AD" clId="Web-{B8F5E5E4-A572-89D1-4B32-50015C095EC0}" dt="2025-01-05T16:41:23.466" v="52"/>
        <pc:sldMkLst>
          <pc:docMk/>
          <pc:sldMk cId="550636488" sldId="263"/>
        </pc:sldMkLst>
      </pc:sldChg>
      <pc:sldChg chg="add del">
        <pc:chgData name="Anuparna Ganguly" userId="S::anuparnag@iisc.ac.in::d4fda7c1-0ef8-4822-bfe9-6b5bc1c0f78d" providerId="AD" clId="Web-{B8F5E5E4-A572-89D1-4B32-50015C095EC0}" dt="2025-01-05T16:41:15.075" v="45"/>
        <pc:sldMkLst>
          <pc:docMk/>
          <pc:sldMk cId="2600015799" sldId="263"/>
        </pc:sldMkLst>
      </pc:sldChg>
      <pc:sldChg chg="add del">
        <pc:chgData name="Anuparna Ganguly" userId="S::anuparnag@iisc.ac.in::d4fda7c1-0ef8-4822-bfe9-6b5bc1c0f78d" providerId="AD" clId="Web-{B8F5E5E4-A572-89D1-4B32-50015C095EC0}" dt="2025-01-05T16:41:06.810" v="33"/>
        <pc:sldMkLst>
          <pc:docMk/>
          <pc:sldMk cId="3504396145" sldId="263"/>
        </pc:sldMkLst>
      </pc:sldChg>
      <pc:sldChg chg="add del">
        <pc:chgData name="Anuparna Ganguly" userId="S::anuparnag@iisc.ac.in::d4fda7c1-0ef8-4822-bfe9-6b5bc1c0f78d" providerId="AD" clId="Web-{B8F5E5E4-A572-89D1-4B32-50015C095EC0}" dt="2025-01-05T16:41:14.997" v="44"/>
        <pc:sldMkLst>
          <pc:docMk/>
          <pc:sldMk cId="1258928547" sldId="264"/>
        </pc:sldMkLst>
      </pc:sldChg>
      <pc:sldChg chg="add">
        <pc:chgData name="Anuparna Ganguly" userId="S::anuparnag@iisc.ac.in::d4fda7c1-0ef8-4822-bfe9-6b5bc1c0f78d" providerId="AD" clId="Web-{B8F5E5E4-A572-89D1-4B32-50015C095EC0}" dt="2025-01-05T16:41:17.935" v="47"/>
        <pc:sldMkLst>
          <pc:docMk/>
          <pc:sldMk cId="2768727916" sldId="264"/>
        </pc:sldMkLst>
      </pc:sldChg>
      <pc:sldChg chg="add del">
        <pc:chgData name="Anuparna Ganguly" userId="S::anuparnag@iisc.ac.in::d4fda7c1-0ef8-4822-bfe9-6b5bc1c0f78d" providerId="AD" clId="Web-{B8F5E5E4-A572-89D1-4B32-50015C095EC0}" dt="2025-01-05T16:41:14.966" v="43"/>
        <pc:sldMkLst>
          <pc:docMk/>
          <pc:sldMk cId="3048059540" sldId="265"/>
        </pc:sldMkLst>
      </pc:sldChg>
      <pc:sldChg chg="add">
        <pc:chgData name="Anuparna Ganguly" userId="S::anuparnag@iisc.ac.in::d4fda7c1-0ef8-4822-bfe9-6b5bc1c0f78d" providerId="AD" clId="Web-{B8F5E5E4-A572-89D1-4B32-50015C095EC0}" dt="2025-01-05T16:41:17.997" v="48"/>
        <pc:sldMkLst>
          <pc:docMk/>
          <pc:sldMk cId="3921507812" sldId="265"/>
        </pc:sldMkLst>
      </pc:sldChg>
      <pc:sldChg chg="add del">
        <pc:chgData name="Anuparna Ganguly" userId="S::anuparnag@iisc.ac.in::d4fda7c1-0ef8-4822-bfe9-6b5bc1c0f78d" providerId="AD" clId="Web-{B8F5E5E4-A572-89D1-4B32-50015C095EC0}" dt="2025-01-05T16:41:14.919" v="42"/>
        <pc:sldMkLst>
          <pc:docMk/>
          <pc:sldMk cId="22550590" sldId="266"/>
        </pc:sldMkLst>
      </pc:sldChg>
      <pc:sldChg chg="add">
        <pc:chgData name="Anuparna Ganguly" userId="S::anuparnag@iisc.ac.in::d4fda7c1-0ef8-4822-bfe9-6b5bc1c0f78d" providerId="AD" clId="Web-{B8F5E5E4-A572-89D1-4B32-50015C095EC0}" dt="2025-01-05T16:41:18.044" v="49"/>
        <pc:sldMkLst>
          <pc:docMk/>
          <pc:sldMk cId="3452222959" sldId="266"/>
        </pc:sldMkLst>
      </pc:sldChg>
      <pc:sldChg chg="add">
        <pc:chgData name="Anuparna Ganguly" userId="S::anuparnag@iisc.ac.in::d4fda7c1-0ef8-4822-bfe9-6b5bc1c0f78d" providerId="AD" clId="Web-{B8F5E5E4-A572-89D1-4B32-50015C095EC0}" dt="2025-01-05T16:41:18.075" v="50"/>
        <pc:sldMkLst>
          <pc:docMk/>
          <pc:sldMk cId="1363150518" sldId="267"/>
        </pc:sldMkLst>
      </pc:sldChg>
      <pc:sldChg chg="add del">
        <pc:chgData name="Anuparna Ganguly" userId="S::anuparnag@iisc.ac.in::d4fda7c1-0ef8-4822-bfe9-6b5bc1c0f78d" providerId="AD" clId="Web-{B8F5E5E4-A572-89D1-4B32-50015C095EC0}" dt="2025-01-05T16:41:14.888" v="41"/>
        <pc:sldMkLst>
          <pc:docMk/>
          <pc:sldMk cId="3263583723" sldId="267"/>
        </pc:sldMkLst>
      </pc:sldChg>
      <pc:sldChg chg="add del">
        <pc:chgData name="Anuparna Ganguly" userId="S::anuparnag@iisc.ac.in::d4fda7c1-0ef8-4822-bfe9-6b5bc1c0f78d" providerId="AD" clId="Web-{B8F5E5E4-A572-89D1-4B32-50015C095EC0}" dt="2025-01-05T16:41:14.856" v="40"/>
        <pc:sldMkLst>
          <pc:docMk/>
          <pc:sldMk cId="24214899" sldId="268"/>
        </pc:sldMkLst>
      </pc:sldChg>
      <pc:sldChg chg="add">
        <pc:chgData name="Anuparna Ganguly" userId="S::anuparnag@iisc.ac.in::d4fda7c1-0ef8-4822-bfe9-6b5bc1c0f78d" providerId="AD" clId="Web-{B8F5E5E4-A572-89D1-4B32-50015C095EC0}" dt="2025-01-05T16:41:18.122" v="51"/>
        <pc:sldMkLst>
          <pc:docMk/>
          <pc:sldMk cId="768376607" sldId="268"/>
        </pc:sldMkLst>
      </pc:sldChg>
    </pc:docChg>
  </pc:docChgLst>
  <pc:docChgLst>
    <pc:chgData name="Anuparna Ganguly" userId="S::anuparnag@iisc.ac.in::d4fda7c1-0ef8-4822-bfe9-6b5bc1c0f78d" providerId="AD" clId="Web-{1B788805-9239-AC3A-2CCF-712591EB2504}"/>
    <pc:docChg chg="addSld modSld sldOrd">
      <pc:chgData name="Anuparna Ganguly" userId="S::anuparnag@iisc.ac.in::d4fda7c1-0ef8-4822-bfe9-6b5bc1c0f78d" providerId="AD" clId="Web-{1B788805-9239-AC3A-2CCF-712591EB2504}" dt="2025-01-04T16:38:09.866" v="1430" actId="20577"/>
      <pc:docMkLst>
        <pc:docMk/>
      </pc:docMkLst>
      <pc:sldChg chg="addSp delSp modSp">
        <pc:chgData name="Anuparna Ganguly" userId="S::anuparnag@iisc.ac.in::d4fda7c1-0ef8-4822-bfe9-6b5bc1c0f78d" providerId="AD" clId="Web-{1B788805-9239-AC3A-2CCF-712591EB2504}" dt="2025-01-04T15:58:15.465" v="1220" actId="20577"/>
        <pc:sldMkLst>
          <pc:docMk/>
          <pc:sldMk cId="109857222" sldId="256"/>
        </pc:sldMkLst>
        <pc:spChg chg="del">
          <ac:chgData name="Anuparna Ganguly" userId="S::anuparnag@iisc.ac.in::d4fda7c1-0ef8-4822-bfe9-6b5bc1c0f78d" providerId="AD" clId="Web-{1B788805-9239-AC3A-2CCF-712591EB2504}" dt="2025-01-04T13:57:55.115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Anuparna Ganguly" userId="S::anuparnag@iisc.ac.in::d4fda7c1-0ef8-4822-bfe9-6b5bc1c0f78d" providerId="AD" clId="Web-{1B788805-9239-AC3A-2CCF-712591EB2504}" dt="2025-01-04T13:57:58.912" v="1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31:15.652" v="1009" actId="14100"/>
          <ac:spMkLst>
            <pc:docMk/>
            <pc:sldMk cId="109857222" sldId="256"/>
            <ac:spMk id="4" creationId="{77F7D3D8-BC13-5FDD-7C11-F7EE48803169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31:32.527" v="1012" actId="14100"/>
          <ac:spMkLst>
            <pc:docMk/>
            <pc:sldMk cId="109857222" sldId="256"/>
            <ac:spMk id="5" creationId="{BEF612AA-FB00-B5A5-0BFD-99496ADA6E83}"/>
          </ac:spMkLst>
        </pc:spChg>
        <pc:spChg chg="add del mod">
          <ac:chgData name="Anuparna Ganguly" userId="S::anuparnag@iisc.ac.in::d4fda7c1-0ef8-4822-bfe9-6b5bc1c0f78d" providerId="AD" clId="Web-{1B788805-9239-AC3A-2CCF-712591EB2504}" dt="2025-01-04T15:32:13.590" v="1016"/>
          <ac:spMkLst>
            <pc:docMk/>
            <pc:sldMk cId="109857222" sldId="256"/>
            <ac:spMk id="7" creationId="{0C170131-B41B-75BA-E2CE-44B66995E614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34:16.559" v="1033" actId="20577"/>
          <ac:spMkLst>
            <pc:docMk/>
            <pc:sldMk cId="109857222" sldId="256"/>
            <ac:spMk id="8" creationId="{90D0192A-E77F-9624-A45E-BA0F827394AB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34:46.950" v="1045" actId="20577"/>
          <ac:spMkLst>
            <pc:docMk/>
            <pc:sldMk cId="109857222" sldId="256"/>
            <ac:spMk id="9" creationId="{DFA72C3D-D517-8DD0-6123-5E0B0330BDC5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58:15.465" v="1220" actId="20577"/>
          <ac:spMkLst>
            <pc:docMk/>
            <pc:sldMk cId="109857222" sldId="256"/>
            <ac:spMk id="10" creationId="{9E963B85-8147-9E70-7D4A-D06A6B4A2D81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50:00.745" v="1155" actId="20577"/>
          <ac:spMkLst>
            <pc:docMk/>
            <pc:sldMk cId="109857222" sldId="256"/>
            <ac:spMk id="11" creationId="{36B32DDC-A743-6566-E087-33F0A303AFFE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58:04.387" v="1218" actId="20577"/>
          <ac:spMkLst>
            <pc:docMk/>
            <pc:sldMk cId="109857222" sldId="256"/>
            <ac:spMk id="12" creationId="{9CB538FF-46EF-7CCF-1119-2B1AFFAB90BC}"/>
          </ac:spMkLst>
        </pc:spChg>
        <pc:picChg chg="add mod">
          <ac:chgData name="Anuparna Ganguly" userId="S::anuparnag@iisc.ac.in::d4fda7c1-0ef8-4822-bfe9-6b5bc1c0f78d" providerId="AD" clId="Web-{1B788805-9239-AC3A-2CCF-712591EB2504}" dt="2025-01-04T15:40:17.910" v="1119"/>
          <ac:picMkLst>
            <pc:docMk/>
            <pc:sldMk cId="109857222" sldId="256"/>
            <ac:picMk id="6" creationId="{4670C838-9831-E397-11A8-F541684DA410}"/>
          </ac:picMkLst>
        </pc:picChg>
      </pc:sldChg>
      <pc:sldChg chg="addSp delSp modSp new ord">
        <pc:chgData name="Anuparna Ganguly" userId="S::anuparnag@iisc.ac.in::d4fda7c1-0ef8-4822-bfe9-6b5bc1c0f78d" providerId="AD" clId="Web-{1B788805-9239-AC3A-2CCF-712591EB2504}" dt="2025-01-04T16:30:30.191" v="1390" actId="1076"/>
        <pc:sldMkLst>
          <pc:docMk/>
          <pc:sldMk cId="169213756" sldId="257"/>
        </pc:sldMkLst>
        <pc:spChg chg="del">
          <ac:chgData name="Anuparna Ganguly" userId="S::anuparnag@iisc.ac.in::d4fda7c1-0ef8-4822-bfe9-6b5bc1c0f78d" providerId="AD" clId="Web-{1B788805-9239-AC3A-2CCF-712591EB2504}" dt="2025-01-04T14:01:52.476" v="21"/>
          <ac:spMkLst>
            <pc:docMk/>
            <pc:sldMk cId="169213756" sldId="257"/>
            <ac:spMk id="2" creationId="{753DBFD1-2FB0-34E8-1289-B501BCDE7D92}"/>
          </ac:spMkLst>
        </pc:spChg>
        <pc:spChg chg="del">
          <ac:chgData name="Anuparna Ganguly" userId="S::anuparnag@iisc.ac.in::d4fda7c1-0ef8-4822-bfe9-6b5bc1c0f78d" providerId="AD" clId="Web-{1B788805-9239-AC3A-2CCF-712591EB2504}" dt="2025-01-04T14:01:53.851" v="22"/>
          <ac:spMkLst>
            <pc:docMk/>
            <pc:sldMk cId="169213756" sldId="257"/>
            <ac:spMk id="3" creationId="{86C34F14-E10B-3B17-88AD-80B140D0AB9E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33" v="982"/>
          <ac:spMkLst>
            <pc:docMk/>
            <pc:sldMk cId="169213756" sldId="257"/>
            <ac:spMk id="5" creationId="{9F56E338-4B2A-C756-32BD-B9094035F63D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29:45.033" v="981"/>
          <ac:spMkLst>
            <pc:docMk/>
            <pc:sldMk cId="169213756" sldId="257"/>
            <ac:spMk id="6" creationId="{79138ACD-1B1A-DE10-A181-C85BBA59FD4C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33" v="980"/>
          <ac:spMkLst>
            <pc:docMk/>
            <pc:sldMk cId="169213756" sldId="257"/>
            <ac:spMk id="7" creationId="{3545D167-662D-71D7-0029-3F8B3EB1C225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29:45.033" v="979"/>
          <ac:spMkLst>
            <pc:docMk/>
            <pc:sldMk cId="169213756" sldId="257"/>
            <ac:spMk id="8" creationId="{8D31ED41-FA04-C0DD-578A-665834E4F49B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33" v="978"/>
          <ac:spMkLst>
            <pc:docMk/>
            <pc:sldMk cId="169213756" sldId="257"/>
            <ac:spMk id="9" creationId="{229A5883-C85D-D285-A6BB-E7DD701412D7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33" v="977"/>
          <ac:spMkLst>
            <pc:docMk/>
            <pc:sldMk cId="169213756" sldId="257"/>
            <ac:spMk id="10" creationId="{2719DBF0-0408-DF65-3E7C-53BDACF6CBFF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29:45.033" v="976"/>
          <ac:spMkLst>
            <pc:docMk/>
            <pc:sldMk cId="169213756" sldId="257"/>
            <ac:spMk id="11" creationId="{E23EB3D1-232A-47CC-B717-560A1A83165E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33" v="975"/>
          <ac:spMkLst>
            <pc:docMk/>
            <pc:sldMk cId="169213756" sldId="257"/>
            <ac:spMk id="12" creationId="{7CE7A7D8-A359-25DB-79DA-E750E4F42CF5}"/>
          </ac:spMkLst>
        </pc:spChg>
        <pc:spChg chg="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13" creationId="{787E1332-BEA2-4927-2F4D-820FD666E3B6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33" v="956"/>
          <ac:spMkLst>
            <pc:docMk/>
            <pc:sldMk cId="169213756" sldId="257"/>
            <ac:spMk id="31" creationId="{F03389B1-01C0-4605-48AB-62F9455F66F5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33" v="955"/>
          <ac:spMkLst>
            <pc:docMk/>
            <pc:sldMk cId="169213756" sldId="257"/>
            <ac:spMk id="32" creationId="{16796321-FFA7-01A2-6DB6-D0A6091D259B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33" v="954"/>
          <ac:spMkLst>
            <pc:docMk/>
            <pc:sldMk cId="169213756" sldId="257"/>
            <ac:spMk id="33" creationId="{4B23F9D1-7623-B208-B32A-BE80A2D7E46F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34" creationId="{6955F649-EA41-FA40-05D8-555257623436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29:45.033" v="948"/>
          <ac:spMkLst>
            <pc:docMk/>
            <pc:sldMk cId="169213756" sldId="257"/>
            <ac:spMk id="39" creationId="{867B80E4-7278-F424-1B7B-F2C218FCB152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33" v="946"/>
          <ac:spMkLst>
            <pc:docMk/>
            <pc:sldMk cId="169213756" sldId="257"/>
            <ac:spMk id="41" creationId="{7D67EC3F-BE97-4063-B03C-92C664895729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43" creationId="{51D2CBB7-5DE7-EB15-4289-77C901953B06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29:45.018" v="942"/>
          <ac:spMkLst>
            <pc:docMk/>
            <pc:sldMk cId="169213756" sldId="257"/>
            <ac:spMk id="45" creationId="{533B6925-FCEA-5F37-F66D-42472B3201BD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18" v="941"/>
          <ac:spMkLst>
            <pc:docMk/>
            <pc:sldMk cId="169213756" sldId="257"/>
            <ac:spMk id="46" creationId="{3A28815D-9FE3-1DB5-C6C4-8936E3216126}"/>
          </ac:spMkLst>
        </pc:spChg>
        <pc:spChg chg="mod">
          <ac:chgData name="Anuparna Ganguly" userId="S::anuparnag@iisc.ac.in::d4fda7c1-0ef8-4822-bfe9-6b5bc1c0f78d" providerId="AD" clId="Web-{1B788805-9239-AC3A-2CCF-712591EB2504}" dt="2025-01-04T15:29:45.018" v="940"/>
          <ac:spMkLst>
            <pc:docMk/>
            <pc:sldMk cId="169213756" sldId="257"/>
            <ac:spMk id="47" creationId="{FA4A0A71-EB02-A0AD-503F-17560712536E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29:45.018" v="939"/>
          <ac:spMkLst>
            <pc:docMk/>
            <pc:sldMk cId="169213756" sldId="257"/>
            <ac:spMk id="48" creationId="{719612B0-BEA9-D05A-205C-5CAEC63AA895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58:42.497" v="1222" actId="20577"/>
          <ac:spMkLst>
            <pc:docMk/>
            <pc:sldMk cId="169213756" sldId="257"/>
            <ac:spMk id="49" creationId="{8FE36490-7220-8C42-42A2-C4E23295CCF9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58:48.044" v="1225" actId="20577"/>
          <ac:spMkLst>
            <pc:docMk/>
            <pc:sldMk cId="169213756" sldId="257"/>
            <ac:spMk id="50" creationId="{4EA2C137-F78B-DC12-FE41-70A43FBFEC47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35"/>
          <ac:spMkLst>
            <pc:docMk/>
            <pc:sldMk cId="169213756" sldId="257"/>
            <ac:spMk id="52" creationId="{F80D8F60-03EA-E68E-2175-4E203D5D893C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33"/>
          <ac:spMkLst>
            <pc:docMk/>
            <pc:sldMk cId="169213756" sldId="257"/>
            <ac:spMk id="54" creationId="{AB0FF21F-4E3F-276E-2A85-C94CB716B122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30"/>
          <ac:spMkLst>
            <pc:docMk/>
            <pc:sldMk cId="169213756" sldId="257"/>
            <ac:spMk id="57" creationId="{0A9E475E-719D-B0F1-13B6-68F8968BB9E3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59" creationId="{2D7DB0B4-A784-C9E6-5A16-2E8A6C9DAAC6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26"/>
          <ac:spMkLst>
            <pc:docMk/>
            <pc:sldMk cId="169213756" sldId="257"/>
            <ac:spMk id="61" creationId="{818984E7-CCF2-5990-5164-3BAEA69264F2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62" creationId="{915C6686-C08C-8069-328F-A4F1C2FAA1DE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22"/>
          <ac:spMkLst>
            <pc:docMk/>
            <pc:sldMk cId="169213756" sldId="257"/>
            <ac:spMk id="65" creationId="{3B250199-2903-38ED-A778-13D10B646DDA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67" creationId="{CCDE3873-5796-C86E-1B32-71A53CCA31D0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29:45.018" v="918"/>
          <ac:spMkLst>
            <pc:docMk/>
            <pc:sldMk cId="169213756" sldId="257"/>
            <ac:spMk id="69" creationId="{2826D88D-FDC8-C48E-5974-B048DD8BD2A6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17"/>
          <ac:spMkLst>
            <pc:docMk/>
            <pc:sldMk cId="169213756" sldId="257"/>
            <ac:spMk id="70" creationId="{6EE176DD-166A-7D3A-BD43-5D1EAD017EEA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16"/>
          <ac:spMkLst>
            <pc:docMk/>
            <pc:sldMk cId="169213756" sldId="257"/>
            <ac:spMk id="71" creationId="{E4572CCD-8345-8C9F-CC8B-568344D7AF36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10"/>
          <ac:spMkLst>
            <pc:docMk/>
            <pc:sldMk cId="169213756" sldId="257"/>
            <ac:spMk id="78" creationId="{19683FF0-F3DC-619A-F6F5-1839F8D4C92B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5:29:45.018" v="909"/>
          <ac:spMkLst>
            <pc:docMk/>
            <pc:sldMk cId="169213756" sldId="257"/>
            <ac:spMk id="79" creationId="{BA80AD0C-D285-7732-2A53-1028C8194234}"/>
          </ac:spMkLst>
        </pc:spChg>
        <pc:spChg chg="add del mod">
          <ac:chgData name="Anuparna Ganguly" userId="S::anuparnag@iisc.ac.in::d4fda7c1-0ef8-4822-bfe9-6b5bc1c0f78d" providerId="AD" clId="Web-{1B788805-9239-AC3A-2CCF-712591EB2504}" dt="2025-01-04T14:11:46.449" v="118"/>
          <ac:spMkLst>
            <pc:docMk/>
            <pc:sldMk cId="169213756" sldId="257"/>
            <ac:spMk id="82" creationId="{6817AE41-1122-3CED-CCD0-A44A70E22F81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06"/>
          <ac:spMkLst>
            <pc:docMk/>
            <pc:sldMk cId="169213756" sldId="257"/>
            <ac:spMk id="83" creationId="{3B4FED67-E174-F870-95B4-924CF275BF29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05"/>
          <ac:spMkLst>
            <pc:docMk/>
            <pc:sldMk cId="169213756" sldId="257"/>
            <ac:spMk id="85" creationId="{6FB11181-9C36-E6C8-AC7D-40148F407CEE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902"/>
          <ac:spMkLst>
            <pc:docMk/>
            <pc:sldMk cId="169213756" sldId="257"/>
            <ac:spMk id="88" creationId="{F780348F-B7F9-7A43-F9A1-2E66898A8092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899"/>
          <ac:spMkLst>
            <pc:docMk/>
            <pc:sldMk cId="169213756" sldId="257"/>
            <ac:spMk id="91" creationId="{20320E8E-E837-57D7-B6AC-3974291B3FB5}"/>
          </ac:spMkLst>
        </pc:spChg>
        <pc:spChg chg="add del mod">
          <ac:chgData name="Anuparna Ganguly" userId="S::anuparnag@iisc.ac.in::d4fda7c1-0ef8-4822-bfe9-6b5bc1c0f78d" providerId="AD" clId="Web-{1B788805-9239-AC3A-2CCF-712591EB2504}" dt="2025-01-04T14:34:23.833" v="213"/>
          <ac:spMkLst>
            <pc:docMk/>
            <pc:sldMk cId="169213756" sldId="257"/>
            <ac:spMk id="94" creationId="{4B59EFAC-412F-5C6F-07EA-9C8D4B874F7B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97" creationId="{465AE4D8-42FE-D168-2F4D-2021B8FE8D07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99" creationId="{E6AFD9CE-EB51-D051-8D52-554FD3A3AAD6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895"/>
          <ac:spMkLst>
            <pc:docMk/>
            <pc:sldMk cId="169213756" sldId="257"/>
            <ac:spMk id="100" creationId="{D82BE29D-AC6C-18C8-B6F8-7E681165A96B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892"/>
          <ac:spMkLst>
            <pc:docMk/>
            <pc:sldMk cId="169213756" sldId="257"/>
            <ac:spMk id="103" creationId="{83C6D384-9DD0-6B73-EBB3-D08EA67BF4CE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106" creationId="{008496DA-F5AF-7D64-A32E-A3E0F2353836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888"/>
          <ac:spMkLst>
            <pc:docMk/>
            <pc:sldMk cId="169213756" sldId="257"/>
            <ac:spMk id="107" creationId="{8943B1CC-08DD-6797-13D7-979D3A7C55D4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886"/>
          <ac:spMkLst>
            <pc:docMk/>
            <pc:sldMk cId="169213756" sldId="257"/>
            <ac:spMk id="109" creationId="{7098CF2E-372D-A8BA-A25F-54CF9C7C34A7}"/>
          </ac:spMkLst>
        </pc:spChg>
        <pc:spChg chg="add mod topLvl">
          <ac:chgData name="Anuparna Ganguly" userId="S::anuparnag@iisc.ac.in::d4fda7c1-0ef8-4822-bfe9-6b5bc1c0f78d" providerId="AD" clId="Web-{1B788805-9239-AC3A-2CCF-712591EB2504}" dt="2025-01-04T16:15:40.274" v="1313"/>
          <ac:spMkLst>
            <pc:docMk/>
            <pc:sldMk cId="169213756" sldId="257"/>
            <ac:spMk id="112" creationId="{9A56506D-BC3A-879F-BEA2-DAAC1A116E6D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880"/>
          <ac:spMkLst>
            <pc:docMk/>
            <pc:sldMk cId="169213756" sldId="257"/>
            <ac:spMk id="115" creationId="{FFE65519-B8AA-2B82-7158-10888D76EB6A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879"/>
          <ac:spMkLst>
            <pc:docMk/>
            <pc:sldMk cId="169213756" sldId="257"/>
            <ac:spMk id="116" creationId="{CFCFF316-4AB6-5FFA-52DD-D1CCC76A0767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18" v="877"/>
          <ac:spMkLst>
            <pc:docMk/>
            <pc:sldMk cId="169213756" sldId="257"/>
            <ac:spMk id="118" creationId="{ACB1C32C-A3E6-B991-010C-210B658CFF78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1002"/>
          <ac:spMkLst>
            <pc:docMk/>
            <pc:sldMk cId="169213756" sldId="257"/>
            <ac:spMk id="121" creationId="{3226084B-92BC-461B-7709-1A28CF604AC2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1001"/>
          <ac:spMkLst>
            <pc:docMk/>
            <pc:sldMk cId="169213756" sldId="257"/>
            <ac:spMk id="123" creationId="{E5F1A0D0-FA69-8F7B-A98C-BB31FD56B10F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1000"/>
          <ac:spMkLst>
            <pc:docMk/>
            <pc:sldMk cId="169213756" sldId="257"/>
            <ac:spMk id="125" creationId="{24796821-1C18-5709-0D9B-2B1F1411B3C1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9"/>
          <ac:spMkLst>
            <pc:docMk/>
            <pc:sldMk cId="169213756" sldId="257"/>
            <ac:spMk id="126" creationId="{9AA4CFEA-06E8-4FF1-AA84-015ACC7547B6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8"/>
          <ac:spMkLst>
            <pc:docMk/>
            <pc:sldMk cId="169213756" sldId="257"/>
            <ac:spMk id="127" creationId="{C687AEED-9C4D-0F78-B3C6-9FCDB58C72CE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7"/>
          <ac:spMkLst>
            <pc:docMk/>
            <pc:sldMk cId="169213756" sldId="257"/>
            <ac:spMk id="128" creationId="{4064A58C-5E93-F100-378C-7A8DD26448B7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6"/>
          <ac:spMkLst>
            <pc:docMk/>
            <pc:sldMk cId="169213756" sldId="257"/>
            <ac:spMk id="129" creationId="{20772950-3E0F-203D-F1BF-DDCC1C20C7E7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5"/>
          <ac:spMkLst>
            <pc:docMk/>
            <pc:sldMk cId="169213756" sldId="257"/>
            <ac:spMk id="130" creationId="{6B7C5BCE-9B53-A4CF-6745-C56460565B26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4"/>
          <ac:spMkLst>
            <pc:docMk/>
            <pc:sldMk cId="169213756" sldId="257"/>
            <ac:spMk id="131" creationId="{4248334F-49B3-6F4C-6BD4-2097EA233C89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3"/>
          <ac:spMkLst>
            <pc:docMk/>
            <pc:sldMk cId="169213756" sldId="257"/>
            <ac:spMk id="132" creationId="{C1F2DD34-6EBF-3644-4CE3-7A9EE900177A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2"/>
          <ac:spMkLst>
            <pc:docMk/>
            <pc:sldMk cId="169213756" sldId="257"/>
            <ac:spMk id="133" creationId="{9E83DDA4-E447-807B-708F-BAB6FD3A1F6F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1"/>
          <ac:spMkLst>
            <pc:docMk/>
            <pc:sldMk cId="169213756" sldId="257"/>
            <ac:spMk id="134" creationId="{C6CE1355-D98F-3BF9-1EDC-466550255039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90"/>
          <ac:spMkLst>
            <pc:docMk/>
            <pc:sldMk cId="169213756" sldId="257"/>
            <ac:spMk id="135" creationId="{04CB75F0-BA54-757B-2DDC-9BED7AB56CC4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89"/>
          <ac:spMkLst>
            <pc:docMk/>
            <pc:sldMk cId="169213756" sldId="257"/>
            <ac:spMk id="136" creationId="{33F0890A-D7F8-ECC2-DFC4-89579645D87E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88"/>
          <ac:spMkLst>
            <pc:docMk/>
            <pc:sldMk cId="169213756" sldId="257"/>
            <ac:spMk id="137" creationId="{3117ACB8-CC77-4092-4D14-42E5B0303510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87"/>
          <ac:spMkLst>
            <pc:docMk/>
            <pc:sldMk cId="169213756" sldId="257"/>
            <ac:spMk id="138" creationId="{841173FF-5D2B-E41D-3BB1-9CBE3EAFCF44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86"/>
          <ac:spMkLst>
            <pc:docMk/>
            <pc:sldMk cId="169213756" sldId="257"/>
            <ac:spMk id="139" creationId="{60CC33A9-B525-5EE3-F4C0-D7EA4BE9D544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85"/>
          <ac:spMkLst>
            <pc:docMk/>
            <pc:sldMk cId="169213756" sldId="257"/>
            <ac:spMk id="140" creationId="{6199FDE4-38B6-EBD4-DD8B-6A2566668403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84"/>
          <ac:spMkLst>
            <pc:docMk/>
            <pc:sldMk cId="169213756" sldId="257"/>
            <ac:spMk id="141" creationId="{2AA8C5E2-9A34-2EBA-1028-35350AFC57FB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5:29:45.033" v="983"/>
          <ac:spMkLst>
            <pc:docMk/>
            <pc:sldMk cId="169213756" sldId="257"/>
            <ac:spMk id="142" creationId="{C74278F7-D8D9-C1AF-B87F-CAEE679987A2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6:30:30.191" v="1390" actId="1076"/>
          <ac:spMkLst>
            <pc:docMk/>
            <pc:sldMk cId="169213756" sldId="257"/>
            <ac:spMk id="144" creationId="{77F2B5A2-5988-EDD9-C889-B563E085F8BF}"/>
          </ac:spMkLst>
        </pc:spChg>
        <pc:grpChg chg="add mod">
          <ac:chgData name="Anuparna Ganguly" userId="S::anuparnag@iisc.ac.in::d4fda7c1-0ef8-4822-bfe9-6b5bc1c0f78d" providerId="AD" clId="Web-{1B788805-9239-AC3A-2CCF-712591EB2504}" dt="2025-01-04T14:26:38.690" v="166" actId="1076"/>
          <ac:grpSpMkLst>
            <pc:docMk/>
            <pc:sldMk cId="169213756" sldId="257"/>
            <ac:grpSpMk id="84" creationId="{F5ABDEEC-21DD-5879-76F4-88B56670BA31}"/>
          </ac:grpSpMkLst>
        </pc:grpChg>
        <pc:grpChg chg="add mod">
          <ac:chgData name="Anuparna Ganguly" userId="S::anuparnag@iisc.ac.in::d4fda7c1-0ef8-4822-bfe9-6b5bc1c0f78d" providerId="AD" clId="Web-{1B788805-9239-AC3A-2CCF-712591EB2504}" dt="2025-01-04T14:32:41.786" v="197" actId="14100"/>
          <ac:grpSpMkLst>
            <pc:docMk/>
            <pc:sldMk cId="169213756" sldId="257"/>
            <ac:grpSpMk id="92" creationId="{9CF4D974-6771-2C68-9E71-57C77171E6B3}"/>
          </ac:grpSpMkLst>
        </pc:grpChg>
        <pc:grpChg chg="add del mod">
          <ac:chgData name="Anuparna Ganguly" userId="S::anuparnag@iisc.ac.in::d4fda7c1-0ef8-4822-bfe9-6b5bc1c0f78d" providerId="AD" clId="Web-{1B788805-9239-AC3A-2CCF-712591EB2504}" dt="2025-01-04T16:15:21.914" v="1312"/>
          <ac:grpSpMkLst>
            <pc:docMk/>
            <pc:sldMk cId="169213756" sldId="257"/>
            <ac:grpSpMk id="119" creationId="{3050173F-3B91-F8F7-294F-F3DA7AB0B3E3}"/>
          </ac:grpSpMkLst>
        </pc:grpChg>
        <pc:grpChg chg="add del">
          <ac:chgData name="Anuparna Ganguly" userId="S::anuparnag@iisc.ac.in::d4fda7c1-0ef8-4822-bfe9-6b5bc1c0f78d" providerId="AD" clId="Web-{1B788805-9239-AC3A-2CCF-712591EB2504}" dt="2025-01-04T16:16:04.477" v="1315"/>
          <ac:grpSpMkLst>
            <pc:docMk/>
            <pc:sldMk cId="169213756" sldId="257"/>
            <ac:grpSpMk id="143" creationId="{D1EDBBBF-57D3-264D-36FA-D2264AF7C4F3}"/>
          </ac:grpSpMkLst>
        </pc:grpChg>
        <pc:cxnChg chg="mod">
          <ac:chgData name="Anuparna Ganguly" userId="S::anuparnag@iisc.ac.in::d4fda7c1-0ef8-4822-bfe9-6b5bc1c0f78d" providerId="AD" clId="Web-{1B788805-9239-AC3A-2CCF-712591EB2504}" dt="2025-01-04T15:29:45.033" v="973"/>
          <ac:cxnSpMkLst>
            <pc:docMk/>
            <pc:sldMk cId="169213756" sldId="257"/>
            <ac:cxnSpMk id="14" creationId="{EF911E52-07C8-AE14-8338-AC871880C72D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72"/>
          <ac:cxnSpMkLst>
            <pc:docMk/>
            <pc:sldMk cId="169213756" sldId="257"/>
            <ac:cxnSpMk id="15" creationId="{E29143E8-A3CD-8ECE-803B-85AC99DBEA7B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71"/>
          <ac:cxnSpMkLst>
            <pc:docMk/>
            <pc:sldMk cId="169213756" sldId="257"/>
            <ac:cxnSpMk id="16" creationId="{6E25D26C-177E-FF74-A381-EC7408C75837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70"/>
          <ac:cxnSpMkLst>
            <pc:docMk/>
            <pc:sldMk cId="169213756" sldId="257"/>
            <ac:cxnSpMk id="17" creationId="{FC59BA64-5245-CCB1-A100-E2EB623CCC77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9"/>
          <ac:cxnSpMkLst>
            <pc:docMk/>
            <pc:sldMk cId="169213756" sldId="257"/>
            <ac:cxnSpMk id="18" creationId="{595A4818-CAB0-60EC-3EEF-525DF75A99F3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8"/>
          <ac:cxnSpMkLst>
            <pc:docMk/>
            <pc:sldMk cId="169213756" sldId="257"/>
            <ac:cxnSpMk id="19" creationId="{9CB74BD8-39E2-28D2-B0EC-CDA85CDDC934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7"/>
          <ac:cxnSpMkLst>
            <pc:docMk/>
            <pc:sldMk cId="169213756" sldId="257"/>
            <ac:cxnSpMk id="20" creationId="{BB36B555-D168-7F71-48F2-5CE6E927FCFE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6"/>
          <ac:cxnSpMkLst>
            <pc:docMk/>
            <pc:sldMk cId="169213756" sldId="257"/>
            <ac:cxnSpMk id="21" creationId="{2D1EE0C5-57CB-69A8-E675-13A5DFA655C7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5"/>
          <ac:cxnSpMkLst>
            <pc:docMk/>
            <pc:sldMk cId="169213756" sldId="257"/>
            <ac:cxnSpMk id="22" creationId="{DA856E4A-C8D4-988D-F167-05F0832E5B1C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4"/>
          <ac:cxnSpMkLst>
            <pc:docMk/>
            <pc:sldMk cId="169213756" sldId="257"/>
            <ac:cxnSpMk id="23" creationId="{27A4D2DE-DB77-5370-A670-D6CBD94A5CE2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3"/>
          <ac:cxnSpMkLst>
            <pc:docMk/>
            <pc:sldMk cId="169213756" sldId="257"/>
            <ac:cxnSpMk id="24" creationId="{911FE31A-D24A-A90E-727A-D17186BC92E1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2"/>
          <ac:cxnSpMkLst>
            <pc:docMk/>
            <pc:sldMk cId="169213756" sldId="257"/>
            <ac:cxnSpMk id="25" creationId="{CB334F41-0DC5-BFB2-FBCF-CAA4FA62C3DB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1"/>
          <ac:cxnSpMkLst>
            <pc:docMk/>
            <pc:sldMk cId="169213756" sldId="257"/>
            <ac:cxnSpMk id="26" creationId="{35BE74AA-C612-2E69-71B9-D6D0FB663784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60"/>
          <ac:cxnSpMkLst>
            <pc:docMk/>
            <pc:sldMk cId="169213756" sldId="257"/>
            <ac:cxnSpMk id="27" creationId="{ECB5FF6C-884C-43E4-C78D-1B15C36B229A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59"/>
          <ac:cxnSpMkLst>
            <pc:docMk/>
            <pc:sldMk cId="169213756" sldId="257"/>
            <ac:cxnSpMk id="28" creationId="{6223577B-441D-BBE0-8F37-9BE342766E0F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58"/>
          <ac:cxnSpMkLst>
            <pc:docMk/>
            <pc:sldMk cId="169213756" sldId="257"/>
            <ac:cxnSpMk id="29" creationId="{42564EF1-F99A-DFFF-B899-032B4CC941B1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57"/>
          <ac:cxnSpMkLst>
            <pc:docMk/>
            <pc:sldMk cId="169213756" sldId="257"/>
            <ac:cxnSpMk id="30" creationId="{0F3C87AC-1427-AFF9-80CE-D3159F154DB0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6:16:04.477" v="1315"/>
          <ac:cxnSpMkLst>
            <pc:docMk/>
            <pc:sldMk cId="169213756" sldId="257"/>
            <ac:cxnSpMk id="35" creationId="{72DDBCBA-1D12-EF05-ECA7-04EE69C1EF79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51"/>
          <ac:cxnSpMkLst>
            <pc:docMk/>
            <pc:sldMk cId="169213756" sldId="257"/>
            <ac:cxnSpMk id="36" creationId="{236F28B3-F376-CF1D-1758-A997A3D3C822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50"/>
          <ac:cxnSpMkLst>
            <pc:docMk/>
            <pc:sldMk cId="169213756" sldId="257"/>
            <ac:cxnSpMk id="37" creationId="{3FF5F984-5165-3420-236D-20AAFC286F1A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49"/>
          <ac:cxnSpMkLst>
            <pc:docMk/>
            <pc:sldMk cId="169213756" sldId="257"/>
            <ac:cxnSpMk id="38" creationId="{81FD14E0-4199-EE2B-A939-3FB838EF43BB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33" v="947"/>
          <ac:cxnSpMkLst>
            <pc:docMk/>
            <pc:sldMk cId="169213756" sldId="257"/>
            <ac:cxnSpMk id="40" creationId="{7974D7E8-1570-18A9-B3A1-FC658E1A8D4E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6:16:04.477" v="1315"/>
          <ac:cxnSpMkLst>
            <pc:docMk/>
            <pc:sldMk cId="169213756" sldId="257"/>
            <ac:cxnSpMk id="42" creationId="{6E15AB9A-B84E-BE3D-B363-E8DE7EC396C4}"/>
          </ac:cxnSpMkLst>
        </pc:cxnChg>
        <pc:cxnChg chg="mod">
          <ac:chgData name="Anuparna Ganguly" userId="S::anuparnag@iisc.ac.in::d4fda7c1-0ef8-4822-bfe9-6b5bc1c0f78d" providerId="AD" clId="Web-{1B788805-9239-AC3A-2CCF-712591EB2504}" dt="2025-01-04T15:29:45.018" v="943"/>
          <ac:cxnSpMkLst>
            <pc:docMk/>
            <pc:sldMk cId="169213756" sldId="257"/>
            <ac:cxnSpMk id="44" creationId="{A18CF017-D2B3-34D9-DE4A-FD389F319B27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36"/>
          <ac:cxnSpMkLst>
            <pc:docMk/>
            <pc:sldMk cId="169213756" sldId="257"/>
            <ac:cxnSpMk id="51" creationId="{223ADF71-9934-7791-8B7C-4133651A7AF0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34"/>
          <ac:cxnSpMkLst>
            <pc:docMk/>
            <pc:sldMk cId="169213756" sldId="257"/>
            <ac:cxnSpMk id="53" creationId="{0F7DE9C6-A9AC-DAFD-3F56-5D4E30B775DF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32"/>
          <ac:cxnSpMkLst>
            <pc:docMk/>
            <pc:sldMk cId="169213756" sldId="257"/>
            <ac:cxnSpMk id="55" creationId="{2D6F8A62-ECC7-C9CE-BE83-4EA73A08D958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31"/>
          <ac:cxnSpMkLst>
            <pc:docMk/>
            <pc:sldMk cId="169213756" sldId="257"/>
            <ac:cxnSpMk id="56" creationId="{EB35312D-AAE4-4B8D-DCFD-CD289780FBB8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29"/>
          <ac:cxnSpMkLst>
            <pc:docMk/>
            <pc:sldMk cId="169213756" sldId="257"/>
            <ac:cxnSpMk id="58" creationId="{80363418-44CA-D900-1CE0-4CD77125D5EE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27"/>
          <ac:cxnSpMkLst>
            <pc:docMk/>
            <pc:sldMk cId="169213756" sldId="257"/>
            <ac:cxnSpMk id="60" creationId="{B79FE780-FB68-1C69-8DFC-973544DFE9E1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24"/>
          <ac:cxnSpMkLst>
            <pc:docMk/>
            <pc:sldMk cId="169213756" sldId="257"/>
            <ac:cxnSpMk id="63" creationId="{A8B2D87D-8B3C-562F-1C92-20EC3FE5A89A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23"/>
          <ac:cxnSpMkLst>
            <pc:docMk/>
            <pc:sldMk cId="169213756" sldId="257"/>
            <ac:cxnSpMk id="64" creationId="{026FD4CE-A1C9-E756-068D-7AB6C5D1EFC3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21"/>
          <ac:cxnSpMkLst>
            <pc:docMk/>
            <pc:sldMk cId="169213756" sldId="257"/>
            <ac:cxnSpMk id="66" creationId="{B681ED31-229F-4F48-1051-F116A1FB3646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19"/>
          <ac:cxnSpMkLst>
            <pc:docMk/>
            <pc:sldMk cId="169213756" sldId="257"/>
            <ac:cxnSpMk id="68" creationId="{A8AC730C-D848-E3F5-62ED-89F59D2363B8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15"/>
          <ac:cxnSpMkLst>
            <pc:docMk/>
            <pc:sldMk cId="169213756" sldId="257"/>
            <ac:cxnSpMk id="72" creationId="{E567D602-B596-DB8E-F0EB-6F4E96613861}"/>
          </ac:cxnSpMkLst>
        </pc:cxnChg>
        <pc:cxnChg chg="add del mod">
          <ac:chgData name="Anuparna Ganguly" userId="S::anuparnag@iisc.ac.in::d4fda7c1-0ef8-4822-bfe9-6b5bc1c0f78d" providerId="AD" clId="Web-{1B788805-9239-AC3A-2CCF-712591EB2504}" dt="2025-01-04T14:27:43.831" v="184"/>
          <ac:cxnSpMkLst>
            <pc:docMk/>
            <pc:sldMk cId="169213756" sldId="257"/>
            <ac:cxnSpMk id="73" creationId="{A4888562-9C9E-89FE-CAEC-201E107BA547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14"/>
          <ac:cxnSpMkLst>
            <pc:docMk/>
            <pc:sldMk cId="169213756" sldId="257"/>
            <ac:cxnSpMk id="74" creationId="{58CD75B8-A906-953B-A965-8B8A905ED9A7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13"/>
          <ac:cxnSpMkLst>
            <pc:docMk/>
            <pc:sldMk cId="169213756" sldId="257"/>
            <ac:cxnSpMk id="75" creationId="{CE0C1F62-EBF0-606B-4C2C-A99A9CAE7841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12"/>
          <ac:cxnSpMkLst>
            <pc:docMk/>
            <pc:sldMk cId="169213756" sldId="257"/>
            <ac:cxnSpMk id="76" creationId="{9E8D6501-DF10-CCD6-E1F4-B27771C25EE8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11"/>
          <ac:cxnSpMkLst>
            <pc:docMk/>
            <pc:sldMk cId="169213756" sldId="257"/>
            <ac:cxnSpMk id="77" creationId="{B8A63DDD-E6C1-3F92-7AEB-4DC5E3E19B25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08"/>
          <ac:cxnSpMkLst>
            <pc:docMk/>
            <pc:sldMk cId="169213756" sldId="257"/>
            <ac:cxnSpMk id="80" creationId="{1593648D-4597-BD51-411C-2BCA80A64DCB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07"/>
          <ac:cxnSpMkLst>
            <pc:docMk/>
            <pc:sldMk cId="169213756" sldId="257"/>
            <ac:cxnSpMk id="81" creationId="{B1FF3226-18F6-0FD1-2E4B-6268A7E28435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04"/>
          <ac:cxnSpMkLst>
            <pc:docMk/>
            <pc:sldMk cId="169213756" sldId="257"/>
            <ac:cxnSpMk id="86" creationId="{74B9C07E-8B0B-3EBC-A395-8C88D502E71B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03"/>
          <ac:cxnSpMkLst>
            <pc:docMk/>
            <pc:sldMk cId="169213756" sldId="257"/>
            <ac:cxnSpMk id="87" creationId="{819BF783-63FA-8264-559A-06897FBDA260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01"/>
          <ac:cxnSpMkLst>
            <pc:docMk/>
            <pc:sldMk cId="169213756" sldId="257"/>
            <ac:cxnSpMk id="89" creationId="{0E9F29BC-FD0F-90FF-3D67-5A56076238CF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900"/>
          <ac:cxnSpMkLst>
            <pc:docMk/>
            <pc:sldMk cId="169213756" sldId="257"/>
            <ac:cxnSpMk id="90" creationId="{25434C18-C8AC-EA7C-5A42-1F034CE68897}"/>
          </ac:cxnSpMkLst>
        </pc:cxnChg>
        <pc:cxnChg chg="add del mod">
          <ac:chgData name="Anuparna Ganguly" userId="S::anuparnag@iisc.ac.in::d4fda7c1-0ef8-4822-bfe9-6b5bc1c0f78d" providerId="AD" clId="Web-{1B788805-9239-AC3A-2CCF-712591EB2504}" dt="2025-01-04T14:34:23.833" v="214"/>
          <ac:cxnSpMkLst>
            <pc:docMk/>
            <pc:sldMk cId="169213756" sldId="257"/>
            <ac:cxnSpMk id="93" creationId="{0E0038F9-3A84-9860-44CE-96768D195B6C}"/>
          </ac:cxnSpMkLst>
        </pc:cxnChg>
        <pc:cxnChg chg="add del mod">
          <ac:chgData name="Anuparna Ganguly" userId="S::anuparnag@iisc.ac.in::d4fda7c1-0ef8-4822-bfe9-6b5bc1c0f78d" providerId="AD" clId="Web-{1B788805-9239-AC3A-2CCF-712591EB2504}" dt="2025-01-04T14:34:23.833" v="212"/>
          <ac:cxnSpMkLst>
            <pc:docMk/>
            <pc:sldMk cId="169213756" sldId="257"/>
            <ac:cxnSpMk id="95" creationId="{9EE81507-5A8E-84BF-200B-95382E8DEB49}"/>
          </ac:cxnSpMkLst>
        </pc:cxnChg>
        <pc:cxnChg chg="add del mod">
          <ac:chgData name="Anuparna Ganguly" userId="S::anuparnag@iisc.ac.in::d4fda7c1-0ef8-4822-bfe9-6b5bc1c0f78d" providerId="AD" clId="Web-{1B788805-9239-AC3A-2CCF-712591EB2504}" dt="2025-01-04T14:34:23.833" v="211"/>
          <ac:cxnSpMkLst>
            <pc:docMk/>
            <pc:sldMk cId="169213756" sldId="257"/>
            <ac:cxnSpMk id="96" creationId="{ADD1145C-474F-2B5B-568D-7C9EDF1D3DF5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97"/>
          <ac:cxnSpMkLst>
            <pc:docMk/>
            <pc:sldMk cId="169213756" sldId="257"/>
            <ac:cxnSpMk id="98" creationId="{CB92B322-7D98-E04F-DA52-08632AC5BF9A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94"/>
          <ac:cxnSpMkLst>
            <pc:docMk/>
            <pc:sldMk cId="169213756" sldId="257"/>
            <ac:cxnSpMk id="101" creationId="{F7C5B985-E29E-2EA1-4E77-744F6BC14110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93"/>
          <ac:cxnSpMkLst>
            <pc:docMk/>
            <pc:sldMk cId="169213756" sldId="257"/>
            <ac:cxnSpMk id="102" creationId="{8FD2EF23-57C5-E020-F36B-9DA86D8A5230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91"/>
          <ac:cxnSpMkLst>
            <pc:docMk/>
            <pc:sldMk cId="169213756" sldId="257"/>
            <ac:cxnSpMk id="104" creationId="{DE95EB24-DD51-7AD2-9EC0-32FDA3D9EA05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90"/>
          <ac:cxnSpMkLst>
            <pc:docMk/>
            <pc:sldMk cId="169213756" sldId="257"/>
            <ac:cxnSpMk id="105" creationId="{962BEA13-DC47-18C6-C779-064DC74E09EF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87"/>
          <ac:cxnSpMkLst>
            <pc:docMk/>
            <pc:sldMk cId="169213756" sldId="257"/>
            <ac:cxnSpMk id="108" creationId="{43AE9AF7-7A10-5264-EEF4-8F9C9954028F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85"/>
          <ac:cxnSpMkLst>
            <pc:docMk/>
            <pc:sldMk cId="169213756" sldId="257"/>
            <ac:cxnSpMk id="110" creationId="{D1FF977F-6774-08D8-4AE1-C7DB7FC9AF41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84"/>
          <ac:cxnSpMkLst>
            <pc:docMk/>
            <pc:sldMk cId="169213756" sldId="257"/>
            <ac:cxnSpMk id="111" creationId="{8BCD264C-E608-83B1-A9F6-A86F5ED70DA7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82"/>
          <ac:cxnSpMkLst>
            <pc:docMk/>
            <pc:sldMk cId="169213756" sldId="257"/>
            <ac:cxnSpMk id="113" creationId="{53A7A211-FDD1-2CE7-65E6-7B65785238AB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81"/>
          <ac:cxnSpMkLst>
            <pc:docMk/>
            <pc:sldMk cId="169213756" sldId="257"/>
            <ac:cxnSpMk id="114" creationId="{9FD291FD-1467-4164-6075-AD4C0812501A}"/>
          </ac:cxnSpMkLst>
        </pc:cxnChg>
        <pc:cxnChg chg="add mod">
          <ac:chgData name="Anuparna Ganguly" userId="S::anuparnag@iisc.ac.in::d4fda7c1-0ef8-4822-bfe9-6b5bc1c0f78d" providerId="AD" clId="Web-{1B788805-9239-AC3A-2CCF-712591EB2504}" dt="2025-01-04T15:29:45.018" v="878"/>
          <ac:cxnSpMkLst>
            <pc:docMk/>
            <pc:sldMk cId="169213756" sldId="257"/>
            <ac:cxnSpMk id="117" creationId="{3BD1D74B-2BA6-976A-2CFC-D23E8A32EFB3}"/>
          </ac:cxnSpMkLst>
        </pc:cxnChg>
      </pc:sldChg>
      <pc:sldChg chg="addSp delSp modSp new">
        <pc:chgData name="Anuparna Ganguly" userId="S::anuparnag@iisc.ac.in::d4fda7c1-0ef8-4822-bfe9-6b5bc1c0f78d" providerId="AD" clId="Web-{1B788805-9239-AC3A-2CCF-712591EB2504}" dt="2025-01-04T16:04:35.986" v="1254" actId="20577"/>
        <pc:sldMkLst>
          <pc:docMk/>
          <pc:sldMk cId="2646262415" sldId="258"/>
        </pc:sldMkLst>
        <pc:spChg chg="del">
          <ac:chgData name="Anuparna Ganguly" userId="S::anuparnag@iisc.ac.in::d4fda7c1-0ef8-4822-bfe9-6b5bc1c0f78d" providerId="AD" clId="Web-{1B788805-9239-AC3A-2CCF-712591EB2504}" dt="2025-01-04T15:39:47.754" v="1117"/>
          <ac:spMkLst>
            <pc:docMk/>
            <pc:sldMk cId="2646262415" sldId="258"/>
            <ac:spMk id="2" creationId="{2EE69FE8-72FD-913E-2699-815E64B9AD8B}"/>
          </ac:spMkLst>
        </pc:spChg>
        <pc:spChg chg="del">
          <ac:chgData name="Anuparna Ganguly" userId="S::anuparnag@iisc.ac.in::d4fda7c1-0ef8-4822-bfe9-6b5bc1c0f78d" providerId="AD" clId="Web-{1B788805-9239-AC3A-2CCF-712591EB2504}" dt="2025-01-04T15:39:22.847" v="1111"/>
          <ac:spMkLst>
            <pc:docMk/>
            <pc:sldMk cId="2646262415" sldId="258"/>
            <ac:spMk id="3" creationId="{834422DE-6384-0D40-DC02-7E3CFAC0E4A6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6:04:35.986" v="1254" actId="20577"/>
          <ac:spMkLst>
            <pc:docMk/>
            <pc:sldMk cId="2646262415" sldId="258"/>
            <ac:spMk id="5" creationId="{9242104B-9041-6E57-5B6E-6CECFD96A884}"/>
          </ac:spMkLst>
        </pc:spChg>
        <pc:spChg chg="add">
          <ac:chgData name="Anuparna Ganguly" userId="S::anuparnag@iisc.ac.in::d4fda7c1-0ef8-4822-bfe9-6b5bc1c0f78d" providerId="AD" clId="Web-{1B788805-9239-AC3A-2CCF-712591EB2504}" dt="2025-01-04T15:39:18.285" v="1106"/>
          <ac:spMkLst>
            <pc:docMk/>
            <pc:sldMk cId="2646262415" sldId="258"/>
            <ac:spMk id="7" creationId="{41D05AE3-C18F-1D4B-C862-B745C4AD2AB3}"/>
          </ac:spMkLst>
        </pc:spChg>
        <pc:spChg chg="add">
          <ac:chgData name="Anuparna Ganguly" userId="S::anuparnag@iisc.ac.in::d4fda7c1-0ef8-4822-bfe9-6b5bc1c0f78d" providerId="AD" clId="Web-{1B788805-9239-AC3A-2CCF-712591EB2504}" dt="2025-01-04T15:39:18.347" v="1108"/>
          <ac:spMkLst>
            <pc:docMk/>
            <pc:sldMk cId="2646262415" sldId="258"/>
            <ac:spMk id="11" creationId="{7F101DB4-F75C-1516-06F0-09EFD3A56E09}"/>
          </ac:spMkLst>
        </pc:spChg>
        <pc:spChg chg="add">
          <ac:chgData name="Anuparna Ganguly" userId="S::anuparnag@iisc.ac.in::d4fda7c1-0ef8-4822-bfe9-6b5bc1c0f78d" providerId="AD" clId="Web-{1B788805-9239-AC3A-2CCF-712591EB2504}" dt="2025-01-04T15:39:18.347" v="1109"/>
          <ac:spMkLst>
            <pc:docMk/>
            <pc:sldMk cId="2646262415" sldId="258"/>
            <ac:spMk id="13" creationId="{A1C73330-DCBD-2A0C-79C1-271AC03B4FD7}"/>
          </ac:spMkLst>
        </pc:spChg>
        <pc:spChg chg="add del mod">
          <ac:chgData name="Anuparna Ganguly" userId="S::anuparnag@iisc.ac.in::d4fda7c1-0ef8-4822-bfe9-6b5bc1c0f78d" providerId="AD" clId="Web-{1B788805-9239-AC3A-2CCF-712591EB2504}" dt="2025-01-04T15:39:38.082" v="1115"/>
          <ac:spMkLst>
            <pc:docMk/>
            <pc:sldMk cId="2646262415" sldId="258"/>
            <ac:spMk id="15" creationId="{DA24D5BF-BDCF-ED9F-A5D6-DB173A2E6FFB}"/>
          </ac:spMkLst>
        </pc:spChg>
        <pc:spChg chg="add mod">
          <ac:chgData name="Anuparna Ganguly" userId="S::anuparnag@iisc.ac.in::d4fda7c1-0ef8-4822-bfe9-6b5bc1c0f78d" providerId="AD" clId="Web-{1B788805-9239-AC3A-2CCF-712591EB2504}" dt="2025-01-04T16:03:00.297" v="1250" actId="20577"/>
          <ac:spMkLst>
            <pc:docMk/>
            <pc:sldMk cId="2646262415" sldId="258"/>
            <ac:spMk id="18" creationId="{6DF1CDE5-8F83-C06B-5B3A-653FFFFF3850}"/>
          </ac:spMkLst>
        </pc:spChg>
        <pc:spChg chg="add">
          <ac:chgData name="Anuparna Ganguly" userId="S::anuparnag@iisc.ac.in::d4fda7c1-0ef8-4822-bfe9-6b5bc1c0f78d" providerId="AD" clId="Web-{1B788805-9239-AC3A-2CCF-712591EB2504}" dt="2025-01-04T16:01:04.531" v="1247"/>
          <ac:spMkLst>
            <pc:docMk/>
            <pc:sldMk cId="2646262415" sldId="258"/>
            <ac:spMk id="20" creationId="{D14C3CE8-610F-5EC9-F349-F11771A7F2D8}"/>
          </ac:spMkLst>
        </pc:spChg>
        <pc:picChg chg="add del mod">
          <ac:chgData name="Anuparna Ganguly" userId="S::anuparnag@iisc.ac.in::d4fda7c1-0ef8-4822-bfe9-6b5bc1c0f78d" providerId="AD" clId="Web-{1B788805-9239-AC3A-2CCF-712591EB2504}" dt="2025-01-04T15:59:16.059" v="1226"/>
          <ac:picMkLst>
            <pc:docMk/>
            <pc:sldMk cId="2646262415" sldId="258"/>
            <ac:picMk id="9" creationId="{79ED6094-2C57-1293-D081-B46E29667ABE}"/>
          </ac:picMkLst>
        </pc:picChg>
        <pc:picChg chg="add mod">
          <ac:chgData name="Anuparna Ganguly" userId="S::anuparnag@iisc.ac.in::d4fda7c1-0ef8-4822-bfe9-6b5bc1c0f78d" providerId="AD" clId="Web-{1B788805-9239-AC3A-2CCF-712591EB2504}" dt="2025-01-04T16:00:54.531" v="1246" actId="14100"/>
          <ac:picMkLst>
            <pc:docMk/>
            <pc:sldMk cId="2646262415" sldId="258"/>
            <ac:picMk id="16" creationId="{53EC77E9-BF43-3BF9-30FE-E0E80C143CD2}"/>
          </ac:picMkLst>
        </pc:picChg>
      </pc:sldChg>
      <pc:sldChg chg="addSp modSp new mod ord setBg">
        <pc:chgData name="Anuparna Ganguly" userId="S::anuparnag@iisc.ac.in::d4fda7c1-0ef8-4822-bfe9-6b5bc1c0f78d" providerId="AD" clId="Web-{1B788805-9239-AC3A-2CCF-712591EB2504}" dt="2025-01-04T16:27:14.643" v="1365" actId="20577"/>
        <pc:sldMkLst>
          <pc:docMk/>
          <pc:sldMk cId="1560672644" sldId="259"/>
        </pc:sldMkLst>
        <pc:spChg chg="mod">
          <ac:chgData name="Anuparna Ganguly" userId="S::anuparnag@iisc.ac.in::d4fda7c1-0ef8-4822-bfe9-6b5bc1c0f78d" providerId="AD" clId="Web-{1B788805-9239-AC3A-2CCF-712591EB2504}" dt="2025-01-04T16:10:24.881" v="1270"/>
          <ac:spMkLst>
            <pc:docMk/>
            <pc:sldMk cId="1560672644" sldId="259"/>
            <ac:spMk id="2" creationId="{B41E540B-91CD-D9A1-EB8B-B1A512310578}"/>
          </ac:spMkLst>
        </pc:spChg>
        <pc:spChg chg="mod">
          <ac:chgData name="Anuparna Ganguly" userId="S::anuparnag@iisc.ac.in::d4fda7c1-0ef8-4822-bfe9-6b5bc1c0f78d" providerId="AD" clId="Web-{1B788805-9239-AC3A-2CCF-712591EB2504}" dt="2025-01-04T16:27:14.643" v="1365" actId="20577"/>
          <ac:spMkLst>
            <pc:docMk/>
            <pc:sldMk cId="1560672644" sldId="259"/>
            <ac:spMk id="3" creationId="{FA5682D0-75E9-CA4C-EB6D-CC100BEC6FE9}"/>
          </ac:spMkLst>
        </pc:spChg>
        <pc:spChg chg="add">
          <ac:chgData name="Anuparna Ganguly" userId="S::anuparnag@iisc.ac.in::d4fda7c1-0ef8-4822-bfe9-6b5bc1c0f78d" providerId="AD" clId="Web-{1B788805-9239-AC3A-2CCF-712591EB2504}" dt="2025-01-04T16:10:24.881" v="1270"/>
          <ac:spMkLst>
            <pc:docMk/>
            <pc:sldMk cId="1560672644" sldId="259"/>
            <ac:spMk id="8" creationId="{09588DA8-065E-4F6F-8EFD-43104AB2E0CF}"/>
          </ac:spMkLst>
        </pc:spChg>
        <pc:spChg chg="add">
          <ac:chgData name="Anuparna Ganguly" userId="S::anuparnag@iisc.ac.in::d4fda7c1-0ef8-4822-bfe9-6b5bc1c0f78d" providerId="AD" clId="Web-{1B788805-9239-AC3A-2CCF-712591EB2504}" dt="2025-01-04T16:10:24.881" v="1270"/>
          <ac:spMkLst>
            <pc:docMk/>
            <pc:sldMk cId="1560672644" sldId="259"/>
            <ac:spMk id="10" creationId="{C4285719-470E-454C-AF62-8323075F1F5B}"/>
          </ac:spMkLst>
        </pc:spChg>
        <pc:spChg chg="add">
          <ac:chgData name="Anuparna Ganguly" userId="S::anuparnag@iisc.ac.in::d4fda7c1-0ef8-4822-bfe9-6b5bc1c0f78d" providerId="AD" clId="Web-{1B788805-9239-AC3A-2CCF-712591EB2504}" dt="2025-01-04T16:10:24.881" v="1270"/>
          <ac:spMkLst>
            <pc:docMk/>
            <pc:sldMk cId="1560672644" sldId="259"/>
            <ac:spMk id="12" creationId="{CD9FE4EF-C4D8-49A0-B2FF-81D8DB7D8A24}"/>
          </ac:spMkLst>
        </pc:spChg>
        <pc:spChg chg="add">
          <ac:chgData name="Anuparna Ganguly" userId="S::anuparnag@iisc.ac.in::d4fda7c1-0ef8-4822-bfe9-6b5bc1c0f78d" providerId="AD" clId="Web-{1B788805-9239-AC3A-2CCF-712591EB2504}" dt="2025-01-04T16:10:24.881" v="1270"/>
          <ac:spMkLst>
            <pc:docMk/>
            <pc:sldMk cId="1560672644" sldId="259"/>
            <ac:spMk id="14" creationId="{4300840D-0A0B-4512-BACA-B439D5B9C57C}"/>
          </ac:spMkLst>
        </pc:spChg>
        <pc:spChg chg="add">
          <ac:chgData name="Anuparna Ganguly" userId="S::anuparnag@iisc.ac.in::d4fda7c1-0ef8-4822-bfe9-6b5bc1c0f78d" providerId="AD" clId="Web-{1B788805-9239-AC3A-2CCF-712591EB2504}" dt="2025-01-04T16:10:24.881" v="1270"/>
          <ac:spMkLst>
            <pc:docMk/>
            <pc:sldMk cId="1560672644" sldId="259"/>
            <ac:spMk id="16" creationId="{D2B78728-A580-49A7-84F9-6EF6F583ADE0}"/>
          </ac:spMkLst>
        </pc:spChg>
        <pc:spChg chg="add">
          <ac:chgData name="Anuparna Ganguly" userId="S::anuparnag@iisc.ac.in::d4fda7c1-0ef8-4822-bfe9-6b5bc1c0f78d" providerId="AD" clId="Web-{1B788805-9239-AC3A-2CCF-712591EB2504}" dt="2025-01-04T16:10:24.881" v="1270"/>
          <ac:spMkLst>
            <pc:docMk/>
            <pc:sldMk cId="1560672644" sldId="259"/>
            <ac:spMk id="18" creationId="{38FAA1A1-D861-433F-88FA-1E9D6FD31D11}"/>
          </ac:spMkLst>
        </pc:spChg>
        <pc:spChg chg="add">
          <ac:chgData name="Anuparna Ganguly" userId="S::anuparnag@iisc.ac.in::d4fda7c1-0ef8-4822-bfe9-6b5bc1c0f78d" providerId="AD" clId="Web-{1B788805-9239-AC3A-2CCF-712591EB2504}" dt="2025-01-04T16:10:24.881" v="1270"/>
          <ac:spMkLst>
            <pc:docMk/>
            <pc:sldMk cId="1560672644" sldId="259"/>
            <ac:spMk id="20" creationId="{8D71EDA1-87BF-4D5D-AB79-F346FD19278A}"/>
          </ac:spMkLst>
        </pc:spChg>
      </pc:sldChg>
      <pc:sldChg chg="modSp add replId">
        <pc:chgData name="Anuparna Ganguly" userId="S::anuparnag@iisc.ac.in::d4fda7c1-0ef8-4822-bfe9-6b5bc1c0f78d" providerId="AD" clId="Web-{1B788805-9239-AC3A-2CCF-712591EB2504}" dt="2025-01-04T16:29:09.534" v="1378" actId="20577"/>
        <pc:sldMkLst>
          <pc:docMk/>
          <pc:sldMk cId="1707467612" sldId="260"/>
        </pc:sldMkLst>
        <pc:spChg chg="mod">
          <ac:chgData name="Anuparna Ganguly" userId="S::anuparnag@iisc.ac.in::d4fda7c1-0ef8-4822-bfe9-6b5bc1c0f78d" providerId="AD" clId="Web-{1B788805-9239-AC3A-2CCF-712591EB2504}" dt="2025-01-04T16:18:32.244" v="1320" actId="20577"/>
          <ac:spMkLst>
            <pc:docMk/>
            <pc:sldMk cId="1707467612" sldId="260"/>
            <ac:spMk id="2" creationId="{B41E540B-91CD-D9A1-EB8B-B1A512310578}"/>
          </ac:spMkLst>
        </pc:spChg>
        <pc:spChg chg="mod">
          <ac:chgData name="Anuparna Ganguly" userId="S::anuparnag@iisc.ac.in::d4fda7c1-0ef8-4822-bfe9-6b5bc1c0f78d" providerId="AD" clId="Web-{1B788805-9239-AC3A-2CCF-712591EB2504}" dt="2025-01-04T16:29:09.534" v="1378" actId="20577"/>
          <ac:spMkLst>
            <pc:docMk/>
            <pc:sldMk cId="1707467612" sldId="260"/>
            <ac:spMk id="3" creationId="{FA5682D0-75E9-CA4C-EB6D-CC100BEC6FE9}"/>
          </ac:spMkLst>
        </pc:spChg>
      </pc:sldChg>
      <pc:sldChg chg="modSp add replId">
        <pc:chgData name="Anuparna Ganguly" userId="S::anuparnag@iisc.ac.in::d4fda7c1-0ef8-4822-bfe9-6b5bc1c0f78d" providerId="AD" clId="Web-{1B788805-9239-AC3A-2CCF-712591EB2504}" dt="2025-01-04T16:38:09.866" v="1430" actId="20577"/>
        <pc:sldMkLst>
          <pc:docMk/>
          <pc:sldMk cId="3690464569" sldId="261"/>
        </pc:sldMkLst>
        <pc:spChg chg="mod">
          <ac:chgData name="Anuparna Ganguly" userId="S::anuparnag@iisc.ac.in::d4fda7c1-0ef8-4822-bfe9-6b5bc1c0f78d" providerId="AD" clId="Web-{1B788805-9239-AC3A-2CCF-712591EB2504}" dt="2025-01-04T16:34:43.677" v="1406" actId="20577"/>
          <ac:spMkLst>
            <pc:docMk/>
            <pc:sldMk cId="3690464569" sldId="261"/>
            <ac:spMk id="2" creationId="{B41E540B-91CD-D9A1-EB8B-B1A512310578}"/>
          </ac:spMkLst>
        </pc:spChg>
        <pc:spChg chg="mod">
          <ac:chgData name="Anuparna Ganguly" userId="S::anuparnag@iisc.ac.in::d4fda7c1-0ef8-4822-bfe9-6b5bc1c0f78d" providerId="AD" clId="Web-{1B788805-9239-AC3A-2CCF-712591EB2504}" dt="2025-01-04T16:38:09.866" v="1430" actId="20577"/>
          <ac:spMkLst>
            <pc:docMk/>
            <pc:sldMk cId="3690464569" sldId="261"/>
            <ac:spMk id="3" creationId="{FA5682D0-75E9-CA4C-EB6D-CC100BEC6F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3">
            <a:extLst>
              <a:ext uri="{FF2B5EF4-FFF2-40B4-BE49-F238E27FC236}">
                <a16:creationId xmlns:a16="http://schemas.microsoft.com/office/drawing/2014/main" id="{77F2B5A2-5988-EDD9-C889-B563E085F8BF}"/>
              </a:ext>
            </a:extLst>
          </p:cNvPr>
          <p:cNvSpPr txBox="1"/>
          <p:nvPr/>
        </p:nvSpPr>
        <p:spPr>
          <a:xfrm>
            <a:off x="798487" y="2715910"/>
            <a:ext cx="102657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/>
              <a:t>NoC Performance Analysis Tool with Hybrid Arbitration</a:t>
            </a:r>
          </a:p>
        </p:txBody>
      </p:sp>
    </p:spTree>
    <p:extLst>
      <p:ext uri="{BB962C8B-B14F-4D97-AF65-F5344CB8AC3E}">
        <p14:creationId xmlns:p14="http://schemas.microsoft.com/office/powerpoint/2010/main" val="169213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93E9-D497-B8D1-FBE0-BA59AE4E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21F9-8B94-A0F3-AA77-F4574972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Recap</a:t>
            </a:r>
            <a:endParaRPr lang="en-US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New Modifications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Sample Results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Next Steps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53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02654" y="195648"/>
            <a:ext cx="8786693" cy="9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7933"/>
              </a:lnSpc>
            </a:pPr>
            <a:r>
              <a:rPr lang="en-US" sz="5666">
                <a:solidFill>
                  <a:srgbClr val="000000"/>
                </a:solidFill>
                <a:latin typeface="Alatsi Bold"/>
              </a:rPr>
              <a:t>INHERITANCE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52766" y="1276749"/>
            <a:ext cx="2688383" cy="1130721"/>
            <a:chOff x="0" y="0"/>
            <a:chExt cx="1062077" cy="4467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2077" cy="446704"/>
            </a:xfrm>
            <a:custGeom>
              <a:avLst/>
              <a:gdLst/>
              <a:ahLst/>
              <a:cxnLst/>
              <a:rect l="l" t="t" r="r" b="b"/>
              <a:pathLst>
                <a:path w="1062077" h="446704">
                  <a:moveTo>
                    <a:pt x="0" y="0"/>
                  </a:moveTo>
                  <a:lnTo>
                    <a:pt x="1062077" y="0"/>
                  </a:lnTo>
                  <a:lnTo>
                    <a:pt x="1062077" y="446704"/>
                  </a:lnTo>
                  <a:lnTo>
                    <a:pt x="0" y="446704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062077" cy="51337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453"/>
                </a:lnSpc>
              </a:pPr>
              <a:r>
                <a:rPr lang="en-US" sz="2466">
                  <a:solidFill>
                    <a:srgbClr val="000000"/>
                  </a:solidFill>
                  <a:latin typeface="Alatsi"/>
                </a:rPr>
                <a:t>PRIMITIVE</a:t>
              </a:r>
            </a:p>
            <a:p>
              <a:pPr algn="ctr">
                <a:lnSpc>
                  <a:spcPts val="3453"/>
                </a:lnSpc>
              </a:pPr>
              <a:r>
                <a:rPr lang="en-US" sz="2466">
                  <a:solidFill>
                    <a:srgbClr val="000000"/>
                  </a:solidFill>
                  <a:latin typeface="Alatsi"/>
                </a:rPr>
                <a:t>(Base Class)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5903307" y="2407411"/>
            <a:ext cx="0" cy="6906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AutoShape 13"/>
          <p:cNvSpPr/>
          <p:nvPr/>
        </p:nvSpPr>
        <p:spPr>
          <a:xfrm>
            <a:off x="1200957" y="3091645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AutoShape 14"/>
          <p:cNvSpPr/>
          <p:nvPr/>
        </p:nvSpPr>
        <p:spPr>
          <a:xfrm>
            <a:off x="3818869" y="3098051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AutoShape 15"/>
          <p:cNvSpPr/>
          <p:nvPr/>
        </p:nvSpPr>
        <p:spPr>
          <a:xfrm>
            <a:off x="8979678" y="3117101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505604" y="3816274"/>
            <a:ext cx="1467793" cy="891189"/>
            <a:chOff x="0" y="0"/>
            <a:chExt cx="579869" cy="3520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Alatsi"/>
                </a:rPr>
                <a:t>Queue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084974" y="3816274"/>
            <a:ext cx="1467793" cy="891189"/>
            <a:chOff x="0" y="0"/>
            <a:chExt cx="579869" cy="3520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Alatsi"/>
                </a:rPr>
                <a:t>Injector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231848" y="3137695"/>
            <a:ext cx="9336565" cy="205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6588333" y="3117101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4" name="Group 24"/>
          <p:cNvGrpSpPr/>
          <p:nvPr/>
        </p:nvGrpSpPr>
        <p:grpSpPr>
          <a:xfrm>
            <a:off x="8245782" y="3835324"/>
            <a:ext cx="1467793" cy="891189"/>
            <a:chOff x="0" y="0"/>
            <a:chExt cx="579869" cy="35207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Alatsi"/>
                </a:rPr>
                <a:t>Sink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854436" y="3835324"/>
            <a:ext cx="1467793" cy="891189"/>
            <a:chOff x="0" y="0"/>
            <a:chExt cx="579869" cy="35207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Alatsi"/>
                </a:rPr>
                <a:t>Arbiter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6601033" y="4726512"/>
            <a:ext cx="0" cy="5320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" name="AutoShape 31"/>
          <p:cNvSpPr/>
          <p:nvPr/>
        </p:nvSpPr>
        <p:spPr>
          <a:xfrm>
            <a:off x="5651050" y="5258581"/>
            <a:ext cx="19090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5638350" y="5258582"/>
            <a:ext cx="12700" cy="6460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3" name="AutoShape 33"/>
          <p:cNvSpPr/>
          <p:nvPr/>
        </p:nvSpPr>
        <p:spPr>
          <a:xfrm>
            <a:off x="7547441" y="5258582"/>
            <a:ext cx="12700" cy="6460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4" name="Group 34"/>
          <p:cNvGrpSpPr/>
          <p:nvPr/>
        </p:nvGrpSpPr>
        <p:grpSpPr>
          <a:xfrm>
            <a:off x="4884984" y="5904587"/>
            <a:ext cx="1716049" cy="803485"/>
            <a:chOff x="0" y="0"/>
            <a:chExt cx="677945" cy="31742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7945" cy="317426"/>
            </a:xfrm>
            <a:custGeom>
              <a:avLst/>
              <a:gdLst/>
              <a:ahLst/>
              <a:cxnLst/>
              <a:rect l="l" t="t" r="r" b="b"/>
              <a:pathLst>
                <a:path w="677945" h="317426">
                  <a:moveTo>
                    <a:pt x="0" y="0"/>
                  </a:moveTo>
                  <a:lnTo>
                    <a:pt x="677945" y="0"/>
                  </a:lnTo>
                  <a:lnTo>
                    <a:pt x="677945" y="317426"/>
                  </a:lnTo>
                  <a:lnTo>
                    <a:pt x="0" y="317426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677945" cy="374576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Alatsi"/>
                </a:rPr>
                <a:t>Priority Arbiter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79073" y="5904587"/>
            <a:ext cx="1850521" cy="803485"/>
            <a:chOff x="0" y="0"/>
            <a:chExt cx="731070" cy="31742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1070" cy="317426"/>
            </a:xfrm>
            <a:custGeom>
              <a:avLst/>
              <a:gdLst/>
              <a:ahLst/>
              <a:cxnLst/>
              <a:rect l="l" t="t" r="r" b="b"/>
              <a:pathLst>
                <a:path w="731070" h="317426">
                  <a:moveTo>
                    <a:pt x="0" y="0"/>
                  </a:moveTo>
                  <a:lnTo>
                    <a:pt x="731070" y="0"/>
                  </a:lnTo>
                  <a:lnTo>
                    <a:pt x="731070" y="317426"/>
                  </a:lnTo>
                  <a:lnTo>
                    <a:pt x="0" y="317426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731070" cy="374576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426"/>
                </a:lnSpc>
              </a:pPr>
              <a:r>
                <a:rPr lang="en-US" sz="1733">
                  <a:solidFill>
                    <a:srgbClr val="000000"/>
                  </a:solidFill>
                  <a:latin typeface="Alatsi"/>
                </a:rPr>
                <a:t>RoundRobin </a:t>
              </a:r>
            </a:p>
            <a:p>
              <a:pPr algn="ctr">
                <a:lnSpc>
                  <a:spcPts val="2426"/>
                </a:lnSpc>
              </a:pPr>
              <a:r>
                <a:rPr lang="en-US" sz="1733">
                  <a:solidFill>
                    <a:srgbClr val="000000"/>
                  </a:solidFill>
                  <a:latin typeface="Alatsi"/>
                </a:rPr>
                <a:t>Arbiter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10502047" y="3091645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2169B3BB-CF51-9D8D-E9CD-39A3BBE297F1}"/>
              </a:ext>
            </a:extLst>
          </p:cNvPr>
          <p:cNvGrpSpPr/>
          <p:nvPr/>
        </p:nvGrpSpPr>
        <p:grpSpPr>
          <a:xfrm>
            <a:off x="10102685" y="3671613"/>
            <a:ext cx="1467793" cy="1035850"/>
            <a:chOff x="0" y="-57150"/>
            <a:chExt cx="579869" cy="409224"/>
          </a:xfrm>
        </p:grpSpPr>
        <p:sp>
          <p:nvSpPr>
            <p:cNvPr id="4" name="Freeform 17">
              <a:extLst>
                <a:ext uri="{FF2B5EF4-FFF2-40B4-BE49-F238E27FC236}">
                  <a16:creationId xmlns:a16="http://schemas.microsoft.com/office/drawing/2014/main" id="{9C3D3C64-25C8-AFDF-1C72-26DD78FBB313}"/>
                </a:ext>
              </a:extLst>
            </p:cNvPr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5" name="TextBox 18">
              <a:extLst>
                <a:ext uri="{FF2B5EF4-FFF2-40B4-BE49-F238E27FC236}">
                  <a16:creationId xmlns:a16="http://schemas.microsoft.com/office/drawing/2014/main" id="{9B594D15-4716-AEB5-8A69-656351598466}"/>
                </a:ext>
              </a:extLst>
            </p:cNvPr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50" dirty="0">
                  <a:solidFill>
                    <a:srgbClr val="000000"/>
                  </a:solidFill>
                  <a:latin typeface="Alatsi"/>
                </a:rPr>
                <a:t>Split</a:t>
              </a:r>
              <a:endParaRPr lang="en-US" sz="1999" dirty="0">
                <a:solidFill>
                  <a:srgbClr val="000000"/>
                </a:solidFill>
                <a:latin typeface="Alats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872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97721" y="468842"/>
            <a:ext cx="10214163" cy="806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627"/>
              </a:lnSpc>
            </a:pPr>
            <a:r>
              <a:rPr lang="en-US" sz="4734">
                <a:solidFill>
                  <a:srgbClr val="000000"/>
                </a:solidFill>
                <a:latin typeface="Alatsi Bold"/>
              </a:rPr>
              <a:t>NETWORK OBTANED USING INPUT FILES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3922" y="5522229"/>
            <a:ext cx="6350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99"/>
              </a:lnSpc>
              <a:spcBef>
                <a:spcPct val="0"/>
              </a:spcBef>
            </a:pPr>
            <a:endParaRPr sz="800"/>
          </a:p>
        </p:txBody>
      </p:sp>
      <p:grpSp>
        <p:nvGrpSpPr>
          <p:cNvPr id="10" name="Group 10"/>
          <p:cNvGrpSpPr/>
          <p:nvPr/>
        </p:nvGrpSpPr>
        <p:grpSpPr>
          <a:xfrm>
            <a:off x="178866" y="2708697"/>
            <a:ext cx="328705" cy="489415"/>
            <a:chOff x="0" y="0"/>
            <a:chExt cx="485412" cy="7227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5412" cy="722739"/>
            </a:xfrm>
            <a:custGeom>
              <a:avLst/>
              <a:gdLst/>
              <a:ahLst/>
              <a:cxnLst/>
              <a:rect l="l" t="t" r="r" b="b"/>
              <a:pathLst>
                <a:path w="485412" h="722739">
                  <a:moveTo>
                    <a:pt x="242706" y="0"/>
                  </a:moveTo>
                  <a:cubicBezTo>
                    <a:pt x="108663" y="0"/>
                    <a:pt x="0" y="161791"/>
                    <a:pt x="0" y="361369"/>
                  </a:cubicBezTo>
                  <a:cubicBezTo>
                    <a:pt x="0" y="560948"/>
                    <a:pt x="108663" y="722739"/>
                    <a:pt x="242706" y="722739"/>
                  </a:cubicBezTo>
                  <a:cubicBezTo>
                    <a:pt x="376749" y="722739"/>
                    <a:pt x="485412" y="560948"/>
                    <a:pt x="485412" y="361369"/>
                  </a:cubicBezTo>
                  <a:cubicBezTo>
                    <a:pt x="485412" y="161791"/>
                    <a:pt x="376749" y="0"/>
                    <a:pt x="242706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45507" y="29657"/>
              <a:ext cx="394398" cy="625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00000"/>
                  </a:solidFill>
                  <a:latin typeface="Alatsi"/>
                </a:rPr>
                <a:t>N1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507571" y="2942112"/>
            <a:ext cx="379449" cy="112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887172" y="2791479"/>
            <a:ext cx="492981" cy="323851"/>
            <a:chOff x="0" y="0"/>
            <a:chExt cx="194754" cy="1279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4754" cy="127939"/>
            </a:xfrm>
            <a:custGeom>
              <a:avLst/>
              <a:gdLst/>
              <a:ahLst/>
              <a:cxnLst/>
              <a:rect l="l" t="t" r="r" b="b"/>
              <a:pathLst>
                <a:path w="194754" h="127939">
                  <a:moveTo>
                    <a:pt x="0" y="0"/>
                  </a:moveTo>
                  <a:lnTo>
                    <a:pt x="194754" y="0"/>
                  </a:lnTo>
                  <a:lnTo>
                    <a:pt x="194754" y="127939"/>
                  </a:lnTo>
                  <a:lnTo>
                    <a:pt x="0" y="127939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94754" cy="17556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1133663" y="2791479"/>
            <a:ext cx="7585" cy="3238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380153" y="2953404"/>
            <a:ext cx="43583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1815992" y="2708697"/>
            <a:ext cx="328705" cy="489415"/>
            <a:chOff x="0" y="0"/>
            <a:chExt cx="485412" cy="7227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5412" cy="722739"/>
            </a:xfrm>
            <a:custGeom>
              <a:avLst/>
              <a:gdLst/>
              <a:ahLst/>
              <a:cxnLst/>
              <a:rect l="l" t="t" r="r" b="b"/>
              <a:pathLst>
                <a:path w="485412" h="722739">
                  <a:moveTo>
                    <a:pt x="242706" y="0"/>
                  </a:moveTo>
                  <a:cubicBezTo>
                    <a:pt x="108663" y="0"/>
                    <a:pt x="0" y="161791"/>
                    <a:pt x="0" y="361369"/>
                  </a:cubicBezTo>
                  <a:cubicBezTo>
                    <a:pt x="0" y="560948"/>
                    <a:pt x="108663" y="722739"/>
                    <a:pt x="242706" y="722739"/>
                  </a:cubicBezTo>
                  <a:cubicBezTo>
                    <a:pt x="376749" y="722739"/>
                    <a:pt x="485412" y="560948"/>
                    <a:pt x="485412" y="361369"/>
                  </a:cubicBezTo>
                  <a:cubicBezTo>
                    <a:pt x="485412" y="161791"/>
                    <a:pt x="376749" y="0"/>
                    <a:pt x="242706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45507" y="29657"/>
              <a:ext cx="394398" cy="625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00000"/>
                  </a:solidFill>
                  <a:latin typeface="Alatsi"/>
                </a:rPr>
                <a:t>N3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2144698" y="2942112"/>
            <a:ext cx="379449" cy="112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3" name="AutoShape 23"/>
          <p:cNvSpPr/>
          <p:nvPr/>
        </p:nvSpPr>
        <p:spPr>
          <a:xfrm>
            <a:off x="2524528" y="2337872"/>
            <a:ext cx="12247" cy="23821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78866" y="3873677"/>
            <a:ext cx="328705" cy="489415"/>
            <a:chOff x="0" y="0"/>
            <a:chExt cx="485412" cy="72273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5412" cy="722739"/>
            </a:xfrm>
            <a:custGeom>
              <a:avLst/>
              <a:gdLst/>
              <a:ahLst/>
              <a:cxnLst/>
              <a:rect l="l" t="t" r="r" b="b"/>
              <a:pathLst>
                <a:path w="485412" h="722739">
                  <a:moveTo>
                    <a:pt x="242706" y="0"/>
                  </a:moveTo>
                  <a:cubicBezTo>
                    <a:pt x="108663" y="0"/>
                    <a:pt x="0" y="161791"/>
                    <a:pt x="0" y="361369"/>
                  </a:cubicBezTo>
                  <a:cubicBezTo>
                    <a:pt x="0" y="560948"/>
                    <a:pt x="108663" y="722739"/>
                    <a:pt x="242706" y="722739"/>
                  </a:cubicBezTo>
                  <a:cubicBezTo>
                    <a:pt x="376749" y="722739"/>
                    <a:pt x="485412" y="560948"/>
                    <a:pt x="485412" y="361369"/>
                  </a:cubicBezTo>
                  <a:cubicBezTo>
                    <a:pt x="485412" y="161791"/>
                    <a:pt x="376749" y="0"/>
                    <a:pt x="242706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45507" y="29657"/>
              <a:ext cx="394398" cy="625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00000"/>
                  </a:solidFill>
                  <a:latin typeface="Alatsi"/>
                </a:rPr>
                <a:t>N2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507571" y="4107091"/>
            <a:ext cx="379449" cy="112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8" name="Group 28"/>
          <p:cNvGrpSpPr/>
          <p:nvPr/>
        </p:nvGrpSpPr>
        <p:grpSpPr>
          <a:xfrm>
            <a:off x="887172" y="3956459"/>
            <a:ext cx="492981" cy="323851"/>
            <a:chOff x="0" y="0"/>
            <a:chExt cx="194754" cy="12793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4754" cy="127939"/>
            </a:xfrm>
            <a:custGeom>
              <a:avLst/>
              <a:gdLst/>
              <a:ahLst/>
              <a:cxnLst/>
              <a:rect l="l" t="t" r="r" b="b"/>
              <a:pathLst>
                <a:path w="194754" h="127939">
                  <a:moveTo>
                    <a:pt x="0" y="0"/>
                  </a:moveTo>
                  <a:lnTo>
                    <a:pt x="194754" y="0"/>
                  </a:lnTo>
                  <a:lnTo>
                    <a:pt x="194754" y="127939"/>
                  </a:lnTo>
                  <a:lnTo>
                    <a:pt x="0" y="127939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94754" cy="17556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sp>
        <p:nvSpPr>
          <p:cNvPr id="31" name="AutoShape 31"/>
          <p:cNvSpPr/>
          <p:nvPr/>
        </p:nvSpPr>
        <p:spPr>
          <a:xfrm flipH="1">
            <a:off x="1133663" y="3956459"/>
            <a:ext cx="7585" cy="3238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1380153" y="4118384"/>
            <a:ext cx="43583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3" name="Group 33"/>
          <p:cNvGrpSpPr/>
          <p:nvPr/>
        </p:nvGrpSpPr>
        <p:grpSpPr>
          <a:xfrm>
            <a:off x="1815992" y="3873677"/>
            <a:ext cx="328705" cy="489415"/>
            <a:chOff x="0" y="0"/>
            <a:chExt cx="485412" cy="72273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5412" cy="722739"/>
            </a:xfrm>
            <a:custGeom>
              <a:avLst/>
              <a:gdLst/>
              <a:ahLst/>
              <a:cxnLst/>
              <a:rect l="l" t="t" r="r" b="b"/>
              <a:pathLst>
                <a:path w="485412" h="722739">
                  <a:moveTo>
                    <a:pt x="242706" y="0"/>
                  </a:moveTo>
                  <a:cubicBezTo>
                    <a:pt x="108663" y="0"/>
                    <a:pt x="0" y="161791"/>
                    <a:pt x="0" y="361369"/>
                  </a:cubicBezTo>
                  <a:cubicBezTo>
                    <a:pt x="0" y="560948"/>
                    <a:pt x="108663" y="722739"/>
                    <a:pt x="242706" y="722739"/>
                  </a:cubicBezTo>
                  <a:cubicBezTo>
                    <a:pt x="376749" y="722739"/>
                    <a:pt x="485412" y="560948"/>
                    <a:pt x="485412" y="361369"/>
                  </a:cubicBezTo>
                  <a:cubicBezTo>
                    <a:pt x="485412" y="161791"/>
                    <a:pt x="376749" y="0"/>
                    <a:pt x="242706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45507" y="29657"/>
              <a:ext cx="394398" cy="625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00000"/>
                  </a:solidFill>
                  <a:latin typeface="Alatsi"/>
                </a:rPr>
                <a:t>N4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>
            <a:off x="2144698" y="4107091"/>
            <a:ext cx="379449" cy="112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7" name="Group 37"/>
          <p:cNvGrpSpPr/>
          <p:nvPr/>
        </p:nvGrpSpPr>
        <p:grpSpPr>
          <a:xfrm>
            <a:off x="3113797" y="3310341"/>
            <a:ext cx="349415" cy="489406"/>
            <a:chOff x="0" y="0"/>
            <a:chExt cx="516004" cy="7227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6004" cy="722739"/>
            </a:xfrm>
            <a:custGeom>
              <a:avLst/>
              <a:gdLst/>
              <a:ahLst/>
              <a:cxnLst/>
              <a:rect l="l" t="t" r="r" b="b"/>
              <a:pathLst>
                <a:path w="516004" h="722739">
                  <a:moveTo>
                    <a:pt x="258002" y="0"/>
                  </a:moveTo>
                  <a:cubicBezTo>
                    <a:pt x="115512" y="0"/>
                    <a:pt x="0" y="161791"/>
                    <a:pt x="0" y="361369"/>
                  </a:cubicBezTo>
                  <a:cubicBezTo>
                    <a:pt x="0" y="560948"/>
                    <a:pt x="115512" y="722739"/>
                    <a:pt x="258002" y="722739"/>
                  </a:cubicBezTo>
                  <a:cubicBezTo>
                    <a:pt x="400493" y="722739"/>
                    <a:pt x="516004" y="560948"/>
                    <a:pt x="516004" y="361369"/>
                  </a:cubicBezTo>
                  <a:cubicBezTo>
                    <a:pt x="516004" y="161791"/>
                    <a:pt x="400493" y="0"/>
                    <a:pt x="258002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48375" y="29657"/>
              <a:ext cx="419254" cy="625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00000"/>
                  </a:solidFill>
                  <a:latin typeface="Alatsi"/>
                </a:rPr>
                <a:t>N5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3463213" y="3543751"/>
            <a:ext cx="403356" cy="112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1" name="Group 41"/>
          <p:cNvGrpSpPr/>
          <p:nvPr/>
        </p:nvGrpSpPr>
        <p:grpSpPr>
          <a:xfrm>
            <a:off x="3866730" y="3393121"/>
            <a:ext cx="524041" cy="323845"/>
            <a:chOff x="0" y="0"/>
            <a:chExt cx="207028" cy="12793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7028" cy="127939"/>
            </a:xfrm>
            <a:custGeom>
              <a:avLst/>
              <a:gdLst/>
              <a:ahLst/>
              <a:cxnLst/>
              <a:rect l="l" t="t" r="r" b="b"/>
              <a:pathLst>
                <a:path w="207028" h="127939">
                  <a:moveTo>
                    <a:pt x="0" y="0"/>
                  </a:moveTo>
                  <a:lnTo>
                    <a:pt x="207028" y="0"/>
                  </a:lnTo>
                  <a:lnTo>
                    <a:pt x="207028" y="127939"/>
                  </a:lnTo>
                  <a:lnTo>
                    <a:pt x="0" y="127939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207028" cy="17556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sp>
        <p:nvSpPr>
          <p:cNvPr id="44" name="AutoShape 44"/>
          <p:cNvSpPr/>
          <p:nvPr/>
        </p:nvSpPr>
        <p:spPr>
          <a:xfrm flipH="1">
            <a:off x="4128749" y="3393121"/>
            <a:ext cx="8063" cy="32384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>
            <a:off x="4390770" y="3555043"/>
            <a:ext cx="46329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6" name="Group 46"/>
          <p:cNvGrpSpPr/>
          <p:nvPr/>
        </p:nvGrpSpPr>
        <p:grpSpPr>
          <a:xfrm>
            <a:off x="4854067" y="3310341"/>
            <a:ext cx="349415" cy="489406"/>
            <a:chOff x="0" y="0"/>
            <a:chExt cx="516004" cy="72273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16004" cy="722739"/>
            </a:xfrm>
            <a:custGeom>
              <a:avLst/>
              <a:gdLst/>
              <a:ahLst/>
              <a:cxnLst/>
              <a:rect l="l" t="t" r="r" b="b"/>
              <a:pathLst>
                <a:path w="516004" h="722739">
                  <a:moveTo>
                    <a:pt x="258002" y="0"/>
                  </a:moveTo>
                  <a:cubicBezTo>
                    <a:pt x="115512" y="0"/>
                    <a:pt x="0" y="161791"/>
                    <a:pt x="0" y="361369"/>
                  </a:cubicBezTo>
                  <a:cubicBezTo>
                    <a:pt x="0" y="560948"/>
                    <a:pt x="115512" y="722739"/>
                    <a:pt x="258002" y="722739"/>
                  </a:cubicBezTo>
                  <a:cubicBezTo>
                    <a:pt x="400493" y="722739"/>
                    <a:pt x="516004" y="560948"/>
                    <a:pt x="516004" y="361369"/>
                  </a:cubicBezTo>
                  <a:cubicBezTo>
                    <a:pt x="516004" y="161791"/>
                    <a:pt x="400493" y="0"/>
                    <a:pt x="258002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48375" y="29657"/>
              <a:ext cx="419254" cy="625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00000"/>
                  </a:solidFill>
                  <a:latin typeface="Alatsi"/>
                </a:rPr>
                <a:t>N7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>
            <a:off x="5203482" y="3543751"/>
            <a:ext cx="403356" cy="112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0" name="AutoShape 50"/>
          <p:cNvSpPr/>
          <p:nvPr/>
        </p:nvSpPr>
        <p:spPr>
          <a:xfrm>
            <a:off x="5606838" y="3115330"/>
            <a:ext cx="0" cy="214946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1" name="Group 51"/>
          <p:cNvGrpSpPr/>
          <p:nvPr/>
        </p:nvGrpSpPr>
        <p:grpSpPr>
          <a:xfrm>
            <a:off x="3113797" y="4475298"/>
            <a:ext cx="349415" cy="489406"/>
            <a:chOff x="0" y="0"/>
            <a:chExt cx="516004" cy="72273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16004" cy="722739"/>
            </a:xfrm>
            <a:custGeom>
              <a:avLst/>
              <a:gdLst/>
              <a:ahLst/>
              <a:cxnLst/>
              <a:rect l="l" t="t" r="r" b="b"/>
              <a:pathLst>
                <a:path w="516004" h="722739">
                  <a:moveTo>
                    <a:pt x="258002" y="0"/>
                  </a:moveTo>
                  <a:cubicBezTo>
                    <a:pt x="115512" y="0"/>
                    <a:pt x="0" y="161791"/>
                    <a:pt x="0" y="361369"/>
                  </a:cubicBezTo>
                  <a:cubicBezTo>
                    <a:pt x="0" y="560948"/>
                    <a:pt x="115512" y="722739"/>
                    <a:pt x="258002" y="722739"/>
                  </a:cubicBezTo>
                  <a:cubicBezTo>
                    <a:pt x="400493" y="722739"/>
                    <a:pt x="516004" y="560948"/>
                    <a:pt x="516004" y="361369"/>
                  </a:cubicBezTo>
                  <a:cubicBezTo>
                    <a:pt x="516004" y="161791"/>
                    <a:pt x="400493" y="0"/>
                    <a:pt x="258002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48375" y="29657"/>
              <a:ext cx="419254" cy="625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00000"/>
                  </a:solidFill>
                  <a:latin typeface="Alatsi"/>
                </a:rPr>
                <a:t>N6</a:t>
              </a:r>
            </a:p>
          </p:txBody>
        </p:sp>
      </p:grpSp>
      <p:sp>
        <p:nvSpPr>
          <p:cNvPr id="54" name="AutoShape 54"/>
          <p:cNvSpPr/>
          <p:nvPr/>
        </p:nvSpPr>
        <p:spPr>
          <a:xfrm>
            <a:off x="3463213" y="4708708"/>
            <a:ext cx="403356" cy="112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5" name="Group 55"/>
          <p:cNvGrpSpPr/>
          <p:nvPr/>
        </p:nvGrpSpPr>
        <p:grpSpPr>
          <a:xfrm>
            <a:off x="3866730" y="4558078"/>
            <a:ext cx="524041" cy="323845"/>
            <a:chOff x="0" y="0"/>
            <a:chExt cx="207028" cy="12793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07028" cy="127939"/>
            </a:xfrm>
            <a:custGeom>
              <a:avLst/>
              <a:gdLst/>
              <a:ahLst/>
              <a:cxnLst/>
              <a:rect l="l" t="t" r="r" b="b"/>
              <a:pathLst>
                <a:path w="207028" h="127939">
                  <a:moveTo>
                    <a:pt x="0" y="0"/>
                  </a:moveTo>
                  <a:lnTo>
                    <a:pt x="207028" y="0"/>
                  </a:lnTo>
                  <a:lnTo>
                    <a:pt x="207028" y="127939"/>
                  </a:lnTo>
                  <a:lnTo>
                    <a:pt x="0" y="127939"/>
                  </a:ln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207028" cy="17556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sp>
        <p:nvSpPr>
          <p:cNvPr id="58" name="AutoShape 58"/>
          <p:cNvSpPr/>
          <p:nvPr/>
        </p:nvSpPr>
        <p:spPr>
          <a:xfrm flipH="1">
            <a:off x="4128749" y="4558078"/>
            <a:ext cx="8063" cy="32384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" name="AutoShape 59"/>
          <p:cNvSpPr/>
          <p:nvPr/>
        </p:nvSpPr>
        <p:spPr>
          <a:xfrm>
            <a:off x="4390770" y="4720001"/>
            <a:ext cx="46329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0" name="Group 60"/>
          <p:cNvGrpSpPr/>
          <p:nvPr/>
        </p:nvGrpSpPr>
        <p:grpSpPr>
          <a:xfrm>
            <a:off x="4854067" y="4475298"/>
            <a:ext cx="349415" cy="489406"/>
            <a:chOff x="0" y="0"/>
            <a:chExt cx="516004" cy="72273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16004" cy="722739"/>
            </a:xfrm>
            <a:custGeom>
              <a:avLst/>
              <a:gdLst/>
              <a:ahLst/>
              <a:cxnLst/>
              <a:rect l="l" t="t" r="r" b="b"/>
              <a:pathLst>
                <a:path w="516004" h="722739">
                  <a:moveTo>
                    <a:pt x="258002" y="0"/>
                  </a:moveTo>
                  <a:cubicBezTo>
                    <a:pt x="115512" y="0"/>
                    <a:pt x="0" y="161791"/>
                    <a:pt x="0" y="361369"/>
                  </a:cubicBezTo>
                  <a:cubicBezTo>
                    <a:pt x="0" y="560948"/>
                    <a:pt x="115512" y="722739"/>
                    <a:pt x="258002" y="722739"/>
                  </a:cubicBezTo>
                  <a:cubicBezTo>
                    <a:pt x="400493" y="722739"/>
                    <a:pt x="516004" y="560948"/>
                    <a:pt x="516004" y="361369"/>
                  </a:cubicBezTo>
                  <a:cubicBezTo>
                    <a:pt x="516004" y="161791"/>
                    <a:pt x="400493" y="0"/>
                    <a:pt x="258002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48375" y="29657"/>
              <a:ext cx="419254" cy="625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00000"/>
                  </a:solidFill>
                  <a:latin typeface="Alatsi"/>
                </a:rPr>
                <a:t>N8</a:t>
              </a:r>
            </a:p>
          </p:txBody>
        </p:sp>
      </p:grpSp>
      <p:sp>
        <p:nvSpPr>
          <p:cNvPr id="63" name="AutoShape 63"/>
          <p:cNvSpPr/>
          <p:nvPr/>
        </p:nvSpPr>
        <p:spPr>
          <a:xfrm>
            <a:off x="5203482" y="4708708"/>
            <a:ext cx="403356" cy="112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64" name="AutoShape 64"/>
          <p:cNvSpPr/>
          <p:nvPr/>
        </p:nvSpPr>
        <p:spPr>
          <a:xfrm>
            <a:off x="2536775" y="3593604"/>
            <a:ext cx="5770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5" name="Group 65"/>
          <p:cNvGrpSpPr/>
          <p:nvPr/>
        </p:nvGrpSpPr>
        <p:grpSpPr>
          <a:xfrm>
            <a:off x="6111238" y="3918400"/>
            <a:ext cx="328705" cy="489415"/>
            <a:chOff x="0" y="0"/>
            <a:chExt cx="485412" cy="722739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5412" cy="722739"/>
            </a:xfrm>
            <a:custGeom>
              <a:avLst/>
              <a:gdLst/>
              <a:ahLst/>
              <a:cxnLst/>
              <a:rect l="l" t="t" r="r" b="b"/>
              <a:pathLst>
                <a:path w="485412" h="722739">
                  <a:moveTo>
                    <a:pt x="242706" y="0"/>
                  </a:moveTo>
                  <a:cubicBezTo>
                    <a:pt x="108663" y="0"/>
                    <a:pt x="0" y="161791"/>
                    <a:pt x="0" y="361369"/>
                  </a:cubicBezTo>
                  <a:cubicBezTo>
                    <a:pt x="0" y="560948"/>
                    <a:pt x="108663" y="722739"/>
                    <a:pt x="242706" y="722739"/>
                  </a:cubicBezTo>
                  <a:cubicBezTo>
                    <a:pt x="376749" y="722739"/>
                    <a:pt x="485412" y="560948"/>
                    <a:pt x="485412" y="361369"/>
                  </a:cubicBezTo>
                  <a:cubicBezTo>
                    <a:pt x="485412" y="161791"/>
                    <a:pt x="376749" y="0"/>
                    <a:pt x="242706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45507" y="29657"/>
              <a:ext cx="394398" cy="6253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r>
                <a:rPr lang="en-US" sz="1266">
                  <a:solidFill>
                    <a:srgbClr val="000000"/>
                  </a:solidFill>
                  <a:latin typeface="Alatsi"/>
                </a:rPr>
                <a:t>N9</a:t>
              </a:r>
            </a:p>
          </p:txBody>
        </p:sp>
      </p:grpSp>
      <p:sp>
        <p:nvSpPr>
          <p:cNvPr id="68" name="AutoShape 68"/>
          <p:cNvSpPr/>
          <p:nvPr/>
        </p:nvSpPr>
        <p:spPr>
          <a:xfrm flipV="1">
            <a:off x="5619535" y="4163107"/>
            <a:ext cx="49170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69" name="TextBox 69"/>
          <p:cNvSpPr txBox="1"/>
          <p:nvPr/>
        </p:nvSpPr>
        <p:spPr>
          <a:xfrm>
            <a:off x="941581" y="2477824"/>
            <a:ext cx="399333" cy="251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>
                <a:solidFill>
                  <a:srgbClr val="000000"/>
                </a:solidFill>
                <a:latin typeface="Alatsi"/>
              </a:rPr>
              <a:t>Q1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419868" y="2766079"/>
            <a:ext cx="399333" cy="251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>
                <a:solidFill>
                  <a:srgbClr val="000000"/>
                </a:solidFill>
                <a:latin typeface="Alatsi"/>
              </a:rPr>
              <a:t>PR1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337108" y="2052710"/>
            <a:ext cx="399333" cy="251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>
                <a:solidFill>
                  <a:srgbClr val="000000"/>
                </a:solidFill>
                <a:latin typeface="Alatsi"/>
              </a:rPr>
              <a:t>RR1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937146" y="4270866"/>
            <a:ext cx="399333" cy="251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>
                <a:solidFill>
                  <a:srgbClr val="000000"/>
                </a:solidFill>
                <a:latin typeface="Alatsi"/>
              </a:rPr>
              <a:t>Q3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937146" y="3089930"/>
            <a:ext cx="399333" cy="251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>
                <a:solidFill>
                  <a:srgbClr val="000000"/>
                </a:solidFill>
                <a:latin typeface="Alatsi"/>
              </a:rPr>
              <a:t>Q4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24956" y="4318717"/>
            <a:ext cx="399333" cy="251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  <a:spcBef>
                <a:spcPct val="0"/>
              </a:spcBef>
            </a:pPr>
            <a:r>
              <a:rPr lang="en-US" sz="1466">
                <a:solidFill>
                  <a:srgbClr val="000000"/>
                </a:solidFill>
                <a:latin typeface="Alatsi"/>
              </a:rPr>
              <a:t>Q2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6735424" y="2010420"/>
            <a:ext cx="2480105" cy="3234384"/>
            <a:chOff x="0" y="0"/>
            <a:chExt cx="979795" cy="1277781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79795" cy="1277781"/>
            </a:xfrm>
            <a:custGeom>
              <a:avLst/>
              <a:gdLst/>
              <a:ahLst/>
              <a:cxnLst/>
              <a:rect l="l" t="t" r="r" b="b"/>
              <a:pathLst>
                <a:path w="979795" h="1277781">
                  <a:moveTo>
                    <a:pt x="106135" y="0"/>
                  </a:moveTo>
                  <a:lnTo>
                    <a:pt x="873660" y="0"/>
                  </a:lnTo>
                  <a:cubicBezTo>
                    <a:pt x="932277" y="0"/>
                    <a:pt x="979795" y="47518"/>
                    <a:pt x="979795" y="106135"/>
                  </a:cubicBezTo>
                  <a:lnTo>
                    <a:pt x="979795" y="1171647"/>
                  </a:lnTo>
                  <a:cubicBezTo>
                    <a:pt x="979795" y="1199795"/>
                    <a:pt x="968613" y="1226791"/>
                    <a:pt x="948709" y="1246695"/>
                  </a:cubicBezTo>
                  <a:cubicBezTo>
                    <a:pt x="928804" y="1266599"/>
                    <a:pt x="901809" y="1277781"/>
                    <a:pt x="873660" y="1277781"/>
                  </a:cubicBezTo>
                  <a:lnTo>
                    <a:pt x="106135" y="1277781"/>
                  </a:lnTo>
                  <a:cubicBezTo>
                    <a:pt x="47518" y="1277781"/>
                    <a:pt x="0" y="1230263"/>
                    <a:pt x="0" y="1171647"/>
                  </a:cubicBezTo>
                  <a:lnTo>
                    <a:pt x="0" y="106135"/>
                  </a:lnTo>
                  <a:cubicBezTo>
                    <a:pt x="0" y="47518"/>
                    <a:pt x="47518" y="0"/>
                    <a:pt x="106135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57150"/>
              <a:ext cx="979795" cy="133493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81"/>
                </a:lnSpc>
              </a:pPr>
              <a:endParaRPr sz="800"/>
            </a:p>
            <a:p>
              <a:pPr algn="ctr">
                <a:lnSpc>
                  <a:spcPts val="2781"/>
                </a:lnSpc>
              </a:pPr>
              <a:r>
                <a:rPr lang="en-US" sz="1986">
                  <a:solidFill>
                    <a:srgbClr val="000000"/>
                  </a:solidFill>
                  <a:latin typeface="Alatsi"/>
                </a:rPr>
                <a:t> 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6743388" y="1644616"/>
            <a:ext cx="2400604" cy="447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58"/>
              </a:lnSpc>
            </a:pPr>
            <a:r>
              <a:rPr lang="en-US" sz="2613">
                <a:solidFill>
                  <a:srgbClr val="000000"/>
                </a:solidFill>
                <a:latin typeface="Alatsi Bold"/>
              </a:rPr>
              <a:t>Statistics.txt file</a:t>
            </a:r>
          </a:p>
        </p:txBody>
      </p:sp>
      <p:sp>
        <p:nvSpPr>
          <p:cNvPr id="79" name="TextBox 79"/>
          <p:cNvSpPr txBox="1"/>
          <p:nvPr/>
        </p:nvSpPr>
        <p:spPr>
          <a:xfrm rot="21540000">
            <a:off x="6807119" y="2311379"/>
            <a:ext cx="1340591" cy="1262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501"/>
              </a:lnSpc>
            </a:pPr>
            <a:r>
              <a:rPr lang="en-US" sz="1786">
                <a:solidFill>
                  <a:srgbClr val="000000"/>
                </a:solidFill>
                <a:latin typeface="Alatsi"/>
              </a:rPr>
              <a:t>F1 = 0.2,9.2</a:t>
            </a:r>
          </a:p>
          <a:p>
            <a:pPr algn="ctr">
              <a:lnSpc>
                <a:spcPts val="2501"/>
              </a:lnSpc>
            </a:pPr>
            <a:r>
              <a:rPr lang="en-US" sz="1786">
                <a:solidFill>
                  <a:srgbClr val="000000"/>
                </a:solidFill>
                <a:latin typeface="Alatsi"/>
              </a:rPr>
              <a:t>F2=0.8,1.21</a:t>
            </a:r>
          </a:p>
          <a:p>
            <a:pPr algn="ctr">
              <a:lnSpc>
                <a:spcPts val="2501"/>
              </a:lnSpc>
            </a:pPr>
            <a:r>
              <a:rPr lang="en-US" sz="1786">
                <a:solidFill>
                  <a:srgbClr val="000000"/>
                </a:solidFill>
                <a:latin typeface="Alatsi"/>
              </a:rPr>
              <a:t>F3= 0.7,0.8</a:t>
            </a:r>
          </a:p>
          <a:p>
            <a:pPr algn="ctr">
              <a:lnSpc>
                <a:spcPts val="2501"/>
              </a:lnSpc>
              <a:spcBef>
                <a:spcPct val="0"/>
              </a:spcBef>
            </a:pPr>
            <a:endParaRPr lang="en-US" sz="1786">
              <a:solidFill>
                <a:srgbClr val="000000"/>
              </a:solidFill>
              <a:latin typeface="Alatsi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6928894" y="3241481"/>
            <a:ext cx="1197983" cy="2215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501"/>
              </a:lnSpc>
            </a:pPr>
            <a:r>
              <a:rPr lang="en-US" sz="1786">
                <a:solidFill>
                  <a:srgbClr val="000000"/>
                </a:solidFill>
                <a:latin typeface="Alatsi"/>
              </a:rPr>
              <a:t>RR1= 2,0</a:t>
            </a:r>
          </a:p>
          <a:p>
            <a:pPr algn="l">
              <a:lnSpc>
                <a:spcPts val="2501"/>
              </a:lnSpc>
            </a:pPr>
            <a:r>
              <a:rPr lang="en-US" sz="1786">
                <a:solidFill>
                  <a:srgbClr val="000000"/>
                </a:solidFill>
                <a:latin typeface="Alatsi"/>
              </a:rPr>
              <a:t>PR1= 0.3,0</a:t>
            </a:r>
          </a:p>
          <a:p>
            <a:pPr algn="l">
              <a:lnSpc>
                <a:spcPts val="2501"/>
              </a:lnSpc>
            </a:pPr>
            <a:r>
              <a:rPr lang="en-US" sz="1786">
                <a:solidFill>
                  <a:srgbClr val="000000"/>
                </a:solidFill>
                <a:latin typeface="Alatsi"/>
              </a:rPr>
              <a:t>Q1=6,1</a:t>
            </a:r>
          </a:p>
          <a:p>
            <a:pPr algn="l">
              <a:lnSpc>
                <a:spcPts val="2501"/>
              </a:lnSpc>
            </a:pPr>
            <a:r>
              <a:rPr lang="en-US" sz="1786">
                <a:solidFill>
                  <a:srgbClr val="000000"/>
                </a:solidFill>
                <a:latin typeface="Alatsi"/>
              </a:rPr>
              <a:t>Q2=7,1</a:t>
            </a:r>
          </a:p>
          <a:p>
            <a:pPr algn="l">
              <a:lnSpc>
                <a:spcPts val="2501"/>
              </a:lnSpc>
            </a:pPr>
            <a:r>
              <a:rPr lang="en-US" sz="1786">
                <a:solidFill>
                  <a:srgbClr val="000000"/>
                </a:solidFill>
                <a:latin typeface="Alatsi"/>
              </a:rPr>
              <a:t>Q3=2,1</a:t>
            </a:r>
          </a:p>
          <a:p>
            <a:pPr algn="l">
              <a:lnSpc>
                <a:spcPts val="2501"/>
              </a:lnSpc>
            </a:pPr>
            <a:r>
              <a:rPr lang="en-US" sz="1786">
                <a:solidFill>
                  <a:srgbClr val="000000"/>
                </a:solidFill>
                <a:latin typeface="Alatsi"/>
              </a:rPr>
              <a:t>Q4=8,1</a:t>
            </a:r>
          </a:p>
          <a:p>
            <a:pPr algn="l">
              <a:lnSpc>
                <a:spcPts val="2501"/>
              </a:lnSpc>
            </a:pPr>
            <a:endParaRPr lang="en-US" sz="1786">
              <a:solidFill>
                <a:srgbClr val="000000"/>
              </a:solidFill>
              <a:latin typeface="Alatsi"/>
            </a:endParaRPr>
          </a:p>
        </p:txBody>
      </p:sp>
      <p:grpSp>
        <p:nvGrpSpPr>
          <p:cNvPr id="81" name="Group 81"/>
          <p:cNvGrpSpPr/>
          <p:nvPr/>
        </p:nvGrpSpPr>
        <p:grpSpPr>
          <a:xfrm>
            <a:off x="9494460" y="1695416"/>
            <a:ext cx="2480105" cy="3549388"/>
            <a:chOff x="0" y="0"/>
            <a:chExt cx="4960211" cy="7098776"/>
          </a:xfrm>
        </p:grpSpPr>
        <p:grpSp>
          <p:nvGrpSpPr>
            <p:cNvPr id="82" name="Group 82"/>
            <p:cNvGrpSpPr/>
            <p:nvPr/>
          </p:nvGrpSpPr>
          <p:grpSpPr>
            <a:xfrm>
              <a:off x="0" y="630008"/>
              <a:ext cx="4960211" cy="6468768"/>
              <a:chOff x="0" y="0"/>
              <a:chExt cx="979795" cy="1277781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979795" cy="1277781"/>
              </a:xfrm>
              <a:custGeom>
                <a:avLst/>
                <a:gdLst/>
                <a:ahLst/>
                <a:cxnLst/>
                <a:rect l="l" t="t" r="r" b="b"/>
                <a:pathLst>
                  <a:path w="979795" h="1277781">
                    <a:moveTo>
                      <a:pt x="106135" y="0"/>
                    </a:moveTo>
                    <a:lnTo>
                      <a:pt x="873660" y="0"/>
                    </a:lnTo>
                    <a:cubicBezTo>
                      <a:pt x="932277" y="0"/>
                      <a:pt x="979795" y="47518"/>
                      <a:pt x="979795" y="106135"/>
                    </a:cubicBezTo>
                    <a:lnTo>
                      <a:pt x="979795" y="1171647"/>
                    </a:lnTo>
                    <a:cubicBezTo>
                      <a:pt x="979795" y="1199795"/>
                      <a:pt x="968613" y="1226791"/>
                      <a:pt x="948709" y="1246695"/>
                    </a:cubicBezTo>
                    <a:cubicBezTo>
                      <a:pt x="928804" y="1266599"/>
                      <a:pt x="901809" y="1277781"/>
                      <a:pt x="873660" y="1277781"/>
                    </a:cubicBezTo>
                    <a:lnTo>
                      <a:pt x="106135" y="1277781"/>
                    </a:lnTo>
                    <a:cubicBezTo>
                      <a:pt x="47518" y="1277781"/>
                      <a:pt x="0" y="1230263"/>
                      <a:pt x="0" y="1171647"/>
                    </a:cubicBezTo>
                    <a:lnTo>
                      <a:pt x="0" y="106135"/>
                    </a:lnTo>
                    <a:cubicBezTo>
                      <a:pt x="0" y="47518"/>
                      <a:pt x="47518" y="0"/>
                      <a:pt x="106135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0" y="-57150"/>
                <a:ext cx="979795" cy="133493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799"/>
                  </a:lnSpc>
                </a:pPr>
                <a:endParaRPr sz="800"/>
              </a:p>
              <a:p>
                <a:pPr algn="ctr">
                  <a:lnSpc>
                    <a:spcPts val="2799"/>
                  </a:lnSpc>
                </a:pPr>
                <a:r>
                  <a:rPr lang="en-US" sz="1999">
                    <a:solidFill>
                      <a:srgbClr val="000000"/>
                    </a:solidFill>
                    <a:latin typeface="Alatsi"/>
                  </a:rPr>
                  <a:t> </a:t>
                </a:r>
              </a:p>
            </p:txBody>
          </p:sp>
        </p:grpSp>
        <p:sp>
          <p:nvSpPr>
            <p:cNvPr id="85" name="TextBox 85"/>
            <p:cNvSpPr txBox="1"/>
            <p:nvPr/>
          </p:nvSpPr>
          <p:spPr>
            <a:xfrm>
              <a:off x="15928" y="-76200"/>
              <a:ext cx="4801207" cy="869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3658"/>
                </a:lnSpc>
              </a:pPr>
              <a:r>
                <a:rPr lang="en-US" sz="2613">
                  <a:solidFill>
                    <a:srgbClr val="000000"/>
                  </a:solidFill>
                  <a:latin typeface="Alatsi Bold"/>
                </a:rPr>
                <a:t>Network.txt 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69239" y="1154432"/>
              <a:ext cx="4447896" cy="5681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N1:F1,Q1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N2:F2,Q2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N3:Q1,RR1(N3;N4)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N4:Q2,RR1(N3;N4)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N5:RR1(N3;N4),Q4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N6:F3,Q3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N7:Q4,PR1(N7;N8)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N8:Q3,PR1(N7;N8)</a:t>
              </a:r>
            </a:p>
            <a:p>
              <a:pPr algn="just">
                <a:lnSpc>
                  <a:spcPts val="2501"/>
                </a:lnSpc>
                <a:spcBef>
                  <a:spcPct val="0"/>
                </a:spcBef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N9:PR1(N7;N8),S1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1507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72016" y="1303379"/>
            <a:ext cx="2480105" cy="3799384"/>
            <a:chOff x="0" y="-76200"/>
            <a:chExt cx="4960211" cy="759876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630008"/>
              <a:ext cx="4960211" cy="6468768"/>
              <a:chOff x="0" y="0"/>
              <a:chExt cx="979795" cy="127778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79795" cy="1277781"/>
              </a:xfrm>
              <a:custGeom>
                <a:avLst/>
                <a:gdLst/>
                <a:ahLst/>
                <a:cxnLst/>
                <a:rect l="l" t="t" r="r" b="b"/>
                <a:pathLst>
                  <a:path w="979795" h="1277781">
                    <a:moveTo>
                      <a:pt x="106135" y="0"/>
                    </a:moveTo>
                    <a:lnTo>
                      <a:pt x="873660" y="0"/>
                    </a:lnTo>
                    <a:cubicBezTo>
                      <a:pt x="932277" y="0"/>
                      <a:pt x="979795" y="47518"/>
                      <a:pt x="979795" y="106135"/>
                    </a:cubicBezTo>
                    <a:lnTo>
                      <a:pt x="979795" y="1171647"/>
                    </a:lnTo>
                    <a:cubicBezTo>
                      <a:pt x="979795" y="1199795"/>
                      <a:pt x="968613" y="1226791"/>
                      <a:pt x="948709" y="1246695"/>
                    </a:cubicBezTo>
                    <a:cubicBezTo>
                      <a:pt x="928804" y="1266599"/>
                      <a:pt x="901809" y="1277781"/>
                      <a:pt x="873660" y="1277781"/>
                    </a:cubicBezTo>
                    <a:lnTo>
                      <a:pt x="106135" y="1277781"/>
                    </a:lnTo>
                    <a:cubicBezTo>
                      <a:pt x="47518" y="1277781"/>
                      <a:pt x="0" y="1230263"/>
                      <a:pt x="0" y="1171647"/>
                    </a:cubicBezTo>
                    <a:lnTo>
                      <a:pt x="0" y="106135"/>
                    </a:lnTo>
                    <a:cubicBezTo>
                      <a:pt x="0" y="47518"/>
                      <a:pt x="47518" y="0"/>
                      <a:pt x="106135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979795" cy="133493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781"/>
                  </a:lnSpc>
                </a:pPr>
                <a:endParaRPr sz="800"/>
              </a:p>
              <a:p>
                <a:pPr algn="ctr">
                  <a:lnSpc>
                    <a:spcPts val="2781"/>
                  </a:lnSpc>
                </a:pPr>
                <a:r>
                  <a:rPr lang="en-US" sz="1986">
                    <a:solidFill>
                      <a:srgbClr val="000000"/>
                    </a:solidFill>
                    <a:latin typeface="Alatsi"/>
                  </a:rPr>
                  <a:t> 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5928" y="-76200"/>
              <a:ext cx="4801207" cy="887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658"/>
                </a:lnSpc>
              </a:pPr>
              <a:r>
                <a:rPr lang="en-US" sz="2600" dirty="0">
                  <a:solidFill>
                    <a:srgbClr val="000000"/>
                  </a:solidFill>
                  <a:latin typeface="Alatsi Bold"/>
                </a:rPr>
                <a:t>    Statistics.txt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 rot="-60000">
              <a:off x="143557" y="1250976"/>
              <a:ext cx="2681182" cy="2506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F1 = 0.2,9.2</a:t>
              </a:r>
            </a:p>
            <a:p>
              <a:pPr algn="ctr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F2=0.8,1.21</a:t>
              </a:r>
            </a:p>
            <a:p>
              <a:pPr algn="ctr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F3= 0.7,0.8</a:t>
              </a:r>
            </a:p>
            <a:p>
              <a:pPr algn="ctr">
                <a:lnSpc>
                  <a:spcPts val="2501"/>
                </a:lnSpc>
                <a:spcBef>
                  <a:spcPct val="0"/>
                </a:spcBef>
              </a:pPr>
              <a:endParaRPr lang="en-US" sz="1786">
                <a:solidFill>
                  <a:srgbClr val="000000"/>
                </a:solidFill>
                <a:latin typeface="Alatsi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6940" y="3111180"/>
              <a:ext cx="2395966" cy="4411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RR1= 2,0</a:t>
              </a:r>
            </a:p>
            <a:p>
              <a:pPr algn="l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PR1= 0.3,0</a:t>
              </a:r>
            </a:p>
            <a:p>
              <a:pPr algn="l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Q1=6,1</a:t>
              </a:r>
            </a:p>
            <a:p>
              <a:pPr algn="l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Q2=7,1</a:t>
              </a:r>
            </a:p>
            <a:p>
              <a:pPr algn="l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Q3=2,1</a:t>
              </a:r>
            </a:p>
            <a:p>
              <a:pPr algn="l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Q4=8,1</a:t>
              </a:r>
            </a:p>
            <a:p>
              <a:pPr algn="l">
                <a:lnSpc>
                  <a:spcPts val="2501"/>
                </a:lnSpc>
              </a:pPr>
              <a:endParaRPr lang="en-US" sz="1786">
                <a:solidFill>
                  <a:srgbClr val="000000"/>
                </a:solidFill>
                <a:latin typeface="Alats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03922" y="5522229"/>
            <a:ext cx="6350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99"/>
              </a:lnSpc>
              <a:spcBef>
                <a:spcPct val="0"/>
              </a:spcBef>
            </a:pPr>
            <a:endParaRPr sz="800"/>
          </a:p>
        </p:txBody>
      </p:sp>
      <p:grpSp>
        <p:nvGrpSpPr>
          <p:cNvPr id="16" name="Group 16"/>
          <p:cNvGrpSpPr/>
          <p:nvPr/>
        </p:nvGrpSpPr>
        <p:grpSpPr>
          <a:xfrm>
            <a:off x="0" y="4985240"/>
            <a:ext cx="5077843" cy="2002587"/>
            <a:chOff x="0" y="0"/>
            <a:chExt cx="10155686" cy="400517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155686" cy="3576913"/>
              <a:chOff x="0" y="0"/>
              <a:chExt cx="2006061" cy="70655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006061" cy="706551"/>
              </a:xfrm>
              <a:custGeom>
                <a:avLst/>
                <a:gdLst/>
                <a:ahLst/>
                <a:cxnLst/>
                <a:rect l="l" t="t" r="r" b="b"/>
                <a:pathLst>
                  <a:path w="2006061" h="706551">
                    <a:moveTo>
                      <a:pt x="51838" y="0"/>
                    </a:moveTo>
                    <a:lnTo>
                      <a:pt x="1954224" y="0"/>
                    </a:lnTo>
                    <a:cubicBezTo>
                      <a:pt x="1967972" y="0"/>
                      <a:pt x="1981157" y="5461"/>
                      <a:pt x="1990878" y="15183"/>
                    </a:cubicBezTo>
                    <a:cubicBezTo>
                      <a:pt x="2000600" y="24905"/>
                      <a:pt x="2006061" y="38090"/>
                      <a:pt x="2006061" y="51838"/>
                    </a:cubicBezTo>
                    <a:lnTo>
                      <a:pt x="2006061" y="654713"/>
                    </a:lnTo>
                    <a:cubicBezTo>
                      <a:pt x="2006061" y="668461"/>
                      <a:pt x="2000600" y="681646"/>
                      <a:pt x="1990878" y="691368"/>
                    </a:cubicBezTo>
                    <a:cubicBezTo>
                      <a:pt x="1981157" y="701089"/>
                      <a:pt x="1967972" y="706551"/>
                      <a:pt x="1954224" y="706551"/>
                    </a:cubicBezTo>
                    <a:lnTo>
                      <a:pt x="51838" y="706551"/>
                    </a:lnTo>
                    <a:cubicBezTo>
                      <a:pt x="38090" y="706551"/>
                      <a:pt x="24905" y="701089"/>
                      <a:pt x="15183" y="691368"/>
                    </a:cubicBezTo>
                    <a:cubicBezTo>
                      <a:pt x="5461" y="681646"/>
                      <a:pt x="0" y="668461"/>
                      <a:pt x="0" y="654713"/>
                    </a:cubicBezTo>
                    <a:lnTo>
                      <a:pt x="0" y="51838"/>
                    </a:lnTo>
                    <a:cubicBezTo>
                      <a:pt x="0" y="38090"/>
                      <a:pt x="5461" y="24905"/>
                      <a:pt x="15183" y="15183"/>
                    </a:cubicBezTo>
                    <a:cubicBezTo>
                      <a:pt x="24905" y="5461"/>
                      <a:pt x="38090" y="0"/>
                      <a:pt x="51838" y="0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006061" cy="74465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773"/>
                  </a:lnSpc>
                </a:pPr>
                <a:endParaRPr sz="80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36607" y="228788"/>
              <a:ext cx="9819079" cy="3776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Fn(injector)=Injection Rate, Squared coefficient of variation of inter arrival time </a:t>
              </a:r>
            </a:p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Qn(Queue)=Buffer size, Type(FIFO)</a:t>
              </a:r>
            </a:p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RRn or PRn (Arbiter) = Service time, Squared coefficient of variation of service time </a:t>
              </a:r>
            </a:p>
            <a:p>
              <a:pPr algn="l">
                <a:lnSpc>
                  <a:spcPts val="2501"/>
                </a:lnSpc>
              </a:pPr>
              <a:endParaRPr lang="en-US" sz="1786">
                <a:solidFill>
                  <a:srgbClr val="000000"/>
                </a:solidFill>
                <a:latin typeface="Alatsi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6185388" y="1192511"/>
            <a:ext cx="5122927" cy="3560540"/>
          </a:xfrm>
          <a:custGeom>
            <a:avLst/>
            <a:gdLst/>
            <a:ahLst/>
            <a:cxnLst/>
            <a:rect l="l" t="t" r="r" b="b"/>
            <a:pathLst>
              <a:path w="7684390" h="5340810">
                <a:moveTo>
                  <a:pt x="0" y="0"/>
                </a:moveTo>
                <a:lnTo>
                  <a:pt x="7684390" y="0"/>
                </a:lnTo>
                <a:lnTo>
                  <a:pt x="7684390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6096000" y="4753051"/>
            <a:ext cx="5212315" cy="2057400"/>
            <a:chOff x="0" y="0"/>
            <a:chExt cx="2059186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59186" cy="812800"/>
            </a:xfrm>
            <a:custGeom>
              <a:avLst/>
              <a:gdLst/>
              <a:ahLst/>
              <a:cxnLst/>
              <a:rect l="l" t="t" r="r" b="b"/>
              <a:pathLst>
                <a:path w="2059186" h="812800">
                  <a:moveTo>
                    <a:pt x="50501" y="0"/>
                  </a:moveTo>
                  <a:lnTo>
                    <a:pt x="2008686" y="0"/>
                  </a:lnTo>
                  <a:cubicBezTo>
                    <a:pt x="2022079" y="0"/>
                    <a:pt x="2034924" y="5321"/>
                    <a:pt x="2044395" y="14791"/>
                  </a:cubicBezTo>
                  <a:cubicBezTo>
                    <a:pt x="2053866" y="24262"/>
                    <a:pt x="2059186" y="37107"/>
                    <a:pt x="2059186" y="50501"/>
                  </a:cubicBezTo>
                  <a:lnTo>
                    <a:pt x="2059186" y="762299"/>
                  </a:lnTo>
                  <a:cubicBezTo>
                    <a:pt x="2059186" y="775693"/>
                    <a:pt x="2053866" y="788538"/>
                    <a:pt x="2044395" y="798009"/>
                  </a:cubicBezTo>
                  <a:cubicBezTo>
                    <a:pt x="2034924" y="807479"/>
                    <a:pt x="2022079" y="812800"/>
                    <a:pt x="2008686" y="812800"/>
                  </a:cubicBezTo>
                  <a:lnTo>
                    <a:pt x="50501" y="812800"/>
                  </a:lnTo>
                  <a:cubicBezTo>
                    <a:pt x="37107" y="812800"/>
                    <a:pt x="24262" y="807479"/>
                    <a:pt x="14791" y="798009"/>
                  </a:cubicBezTo>
                  <a:cubicBezTo>
                    <a:pt x="5321" y="788538"/>
                    <a:pt x="0" y="775693"/>
                    <a:pt x="0" y="762299"/>
                  </a:cubicBezTo>
                  <a:lnTo>
                    <a:pt x="0" y="50501"/>
                  </a:lnTo>
                  <a:cubicBezTo>
                    <a:pt x="0" y="37107"/>
                    <a:pt x="5321" y="24262"/>
                    <a:pt x="14791" y="14791"/>
                  </a:cubicBezTo>
                  <a:cubicBezTo>
                    <a:pt x="24262" y="5321"/>
                    <a:pt x="37107" y="0"/>
                    <a:pt x="50501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059186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75289" y="287538"/>
            <a:ext cx="10214163" cy="806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627"/>
              </a:lnSpc>
            </a:pPr>
            <a:r>
              <a:rPr lang="en-US" sz="4734">
                <a:solidFill>
                  <a:srgbClr val="000000"/>
                </a:solidFill>
                <a:latin typeface="Alatsi Bold"/>
              </a:rPr>
              <a:t>READING STATISTICS.TXT FILE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85175" y="4947139"/>
            <a:ext cx="5033964" cy="1262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501"/>
              </a:lnSpc>
              <a:spcBef>
                <a:spcPct val="0"/>
              </a:spcBef>
            </a:pPr>
            <a:r>
              <a:rPr lang="en-US" sz="1786">
                <a:solidFill>
                  <a:srgbClr val="000000"/>
                </a:solidFill>
                <a:latin typeface="Alatsi"/>
              </a:rPr>
              <a:t>Based on the field parts (F,Q,RR,PR) in the file corresponding primitive objects (injector,queue,...) are created by gving the suitable instances like buffersize for queue, injection rate for injector, etc.....</a:t>
            </a:r>
          </a:p>
        </p:txBody>
      </p:sp>
    </p:spTree>
    <p:extLst>
      <p:ext uri="{BB962C8B-B14F-4D97-AF65-F5344CB8AC3E}">
        <p14:creationId xmlns:p14="http://schemas.microsoft.com/office/powerpoint/2010/main" val="3452222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72770" y="-65359"/>
            <a:ext cx="1041741" cy="1006549"/>
            <a:chOff x="0" y="-130720"/>
            <a:chExt cx="2083482" cy="2013099"/>
          </a:xfrm>
        </p:grpSpPr>
        <p:sp>
          <p:nvSpPr>
            <p:cNvPr id="5" name="TextBox 5"/>
            <p:cNvSpPr txBox="1"/>
            <p:nvPr/>
          </p:nvSpPr>
          <p:spPr>
            <a:xfrm>
              <a:off x="75600" y="-130720"/>
              <a:ext cx="1932284" cy="2013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5204"/>
                </a:lnSpc>
              </a:pPr>
              <a:endParaRPr lang="en-US" sz="370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3489508" y="1682518"/>
            <a:ext cx="7407279" cy="2139214"/>
          </a:xfrm>
          <a:custGeom>
            <a:avLst/>
            <a:gdLst/>
            <a:ahLst/>
            <a:cxnLst/>
            <a:rect l="l" t="t" r="r" b="b"/>
            <a:pathLst>
              <a:path w="11110919" h="3208821">
                <a:moveTo>
                  <a:pt x="0" y="0"/>
                </a:moveTo>
                <a:lnTo>
                  <a:pt x="11110918" y="0"/>
                </a:lnTo>
                <a:lnTo>
                  <a:pt x="11110918" y="3208822"/>
                </a:lnTo>
                <a:lnTo>
                  <a:pt x="0" y="3208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3345424" y="3821732"/>
            <a:ext cx="7850457" cy="1616785"/>
            <a:chOff x="0" y="0"/>
            <a:chExt cx="3101415" cy="6387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01415" cy="638730"/>
            </a:xfrm>
            <a:custGeom>
              <a:avLst/>
              <a:gdLst/>
              <a:ahLst/>
              <a:cxnLst/>
              <a:rect l="l" t="t" r="r" b="b"/>
              <a:pathLst>
                <a:path w="3101415" h="638730">
                  <a:moveTo>
                    <a:pt x="33530" y="0"/>
                  </a:moveTo>
                  <a:lnTo>
                    <a:pt x="3067885" y="0"/>
                  </a:lnTo>
                  <a:cubicBezTo>
                    <a:pt x="3076778" y="0"/>
                    <a:pt x="3085306" y="3533"/>
                    <a:pt x="3091594" y="9821"/>
                  </a:cubicBezTo>
                  <a:cubicBezTo>
                    <a:pt x="3097882" y="16109"/>
                    <a:pt x="3101415" y="24637"/>
                    <a:pt x="3101415" y="33530"/>
                  </a:cubicBezTo>
                  <a:lnTo>
                    <a:pt x="3101415" y="605200"/>
                  </a:lnTo>
                  <a:cubicBezTo>
                    <a:pt x="3101415" y="614093"/>
                    <a:pt x="3097882" y="622621"/>
                    <a:pt x="3091594" y="628909"/>
                  </a:cubicBezTo>
                  <a:cubicBezTo>
                    <a:pt x="3085306" y="635198"/>
                    <a:pt x="3076778" y="638730"/>
                    <a:pt x="3067885" y="638730"/>
                  </a:cubicBezTo>
                  <a:lnTo>
                    <a:pt x="33530" y="638730"/>
                  </a:lnTo>
                  <a:cubicBezTo>
                    <a:pt x="24637" y="638730"/>
                    <a:pt x="16109" y="635198"/>
                    <a:pt x="9821" y="628909"/>
                  </a:cubicBezTo>
                  <a:cubicBezTo>
                    <a:pt x="3533" y="622621"/>
                    <a:pt x="0" y="614093"/>
                    <a:pt x="0" y="605200"/>
                  </a:cubicBezTo>
                  <a:lnTo>
                    <a:pt x="0" y="33530"/>
                  </a:lnTo>
                  <a:cubicBezTo>
                    <a:pt x="0" y="24637"/>
                    <a:pt x="3533" y="16109"/>
                    <a:pt x="9821" y="9821"/>
                  </a:cubicBezTo>
                  <a:cubicBezTo>
                    <a:pt x="16109" y="3533"/>
                    <a:pt x="24637" y="0"/>
                    <a:pt x="33530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101415" cy="6863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400146" y="3979715"/>
            <a:ext cx="7586002" cy="1262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760" lvl="1" indent="-192880" algn="l">
              <a:lnSpc>
                <a:spcPts val="2501"/>
              </a:lnSpc>
              <a:buFont typeface="Arial"/>
              <a:buChar char="•"/>
            </a:pPr>
            <a:r>
              <a:rPr lang="en-US" sz="1786">
                <a:solidFill>
                  <a:srgbClr val="000000"/>
                </a:solidFill>
                <a:latin typeface="Alatsi"/>
              </a:rPr>
              <a:t>Each line is of format, Node: source Primitive, destination primitive</a:t>
            </a:r>
          </a:p>
          <a:p>
            <a:pPr marL="385760" lvl="1" indent="-192880" algn="l">
              <a:lnSpc>
                <a:spcPts val="2501"/>
              </a:lnSpc>
              <a:buFont typeface="Arial"/>
              <a:buChar char="•"/>
            </a:pPr>
            <a:r>
              <a:rPr lang="en-US" sz="1786">
                <a:solidFill>
                  <a:srgbClr val="000000"/>
                </a:solidFill>
                <a:latin typeface="Alatsi"/>
              </a:rPr>
              <a:t>Nodes are created,  corresponding connections are made via pointers to the primitives. </a:t>
            </a:r>
          </a:p>
          <a:p>
            <a:pPr marL="385760" lvl="1" indent="-192880" algn="l">
              <a:lnSpc>
                <a:spcPts val="2501"/>
              </a:lnSpc>
              <a:buFont typeface="Arial"/>
              <a:buChar char="•"/>
            </a:pPr>
            <a:r>
              <a:rPr lang="en-US" sz="1786">
                <a:solidFill>
                  <a:srgbClr val="000000"/>
                </a:solidFill>
                <a:latin typeface="Alatsi"/>
              </a:rPr>
              <a:t>Primitive_map is a mapping from the name of the primitive to its pointer</a:t>
            </a:r>
          </a:p>
        </p:txBody>
      </p:sp>
      <p:sp>
        <p:nvSpPr>
          <p:cNvPr id="13" name="Freeform 13"/>
          <p:cNvSpPr/>
          <p:nvPr/>
        </p:nvSpPr>
        <p:spPr>
          <a:xfrm>
            <a:off x="3422288" y="5657819"/>
            <a:ext cx="7946310" cy="514381"/>
          </a:xfrm>
          <a:custGeom>
            <a:avLst/>
            <a:gdLst/>
            <a:ahLst/>
            <a:cxnLst/>
            <a:rect l="l" t="t" r="r" b="b"/>
            <a:pathLst>
              <a:path w="11919465" h="771572">
                <a:moveTo>
                  <a:pt x="0" y="0"/>
                </a:moveTo>
                <a:lnTo>
                  <a:pt x="11919465" y="0"/>
                </a:lnTo>
                <a:lnTo>
                  <a:pt x="11919465" y="771572"/>
                </a:lnTo>
                <a:lnTo>
                  <a:pt x="0" y="771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67594" y="556853"/>
            <a:ext cx="10214163" cy="806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627"/>
              </a:lnSpc>
            </a:pPr>
            <a:r>
              <a:rPr lang="en-US" sz="4734">
                <a:solidFill>
                  <a:srgbClr val="000000"/>
                </a:solidFill>
                <a:latin typeface="Alatsi Bold"/>
              </a:rPr>
              <a:t>READING NETWORK.TXT FILE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4163" y="1889129"/>
            <a:ext cx="2480105" cy="3549388"/>
            <a:chOff x="0" y="0"/>
            <a:chExt cx="4960211" cy="7098776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630008"/>
              <a:ext cx="4960211" cy="6468768"/>
              <a:chOff x="0" y="0"/>
              <a:chExt cx="979795" cy="127778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79795" cy="1277781"/>
              </a:xfrm>
              <a:custGeom>
                <a:avLst/>
                <a:gdLst/>
                <a:ahLst/>
                <a:cxnLst/>
                <a:rect l="l" t="t" r="r" b="b"/>
                <a:pathLst>
                  <a:path w="979795" h="1277781">
                    <a:moveTo>
                      <a:pt x="106135" y="0"/>
                    </a:moveTo>
                    <a:lnTo>
                      <a:pt x="873660" y="0"/>
                    </a:lnTo>
                    <a:cubicBezTo>
                      <a:pt x="932277" y="0"/>
                      <a:pt x="979795" y="47518"/>
                      <a:pt x="979795" y="106135"/>
                    </a:cubicBezTo>
                    <a:lnTo>
                      <a:pt x="979795" y="1171647"/>
                    </a:lnTo>
                    <a:cubicBezTo>
                      <a:pt x="979795" y="1199795"/>
                      <a:pt x="968613" y="1226791"/>
                      <a:pt x="948709" y="1246695"/>
                    </a:cubicBezTo>
                    <a:cubicBezTo>
                      <a:pt x="928804" y="1266599"/>
                      <a:pt x="901809" y="1277781"/>
                      <a:pt x="873660" y="1277781"/>
                    </a:cubicBezTo>
                    <a:lnTo>
                      <a:pt x="106135" y="1277781"/>
                    </a:lnTo>
                    <a:cubicBezTo>
                      <a:pt x="47518" y="1277781"/>
                      <a:pt x="0" y="1230263"/>
                      <a:pt x="0" y="1171647"/>
                    </a:cubicBezTo>
                    <a:lnTo>
                      <a:pt x="0" y="106135"/>
                    </a:lnTo>
                    <a:cubicBezTo>
                      <a:pt x="0" y="47518"/>
                      <a:pt x="47518" y="0"/>
                      <a:pt x="106135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979795" cy="133493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799"/>
                  </a:lnSpc>
                </a:pPr>
                <a:endParaRPr sz="800"/>
              </a:p>
              <a:p>
                <a:pPr algn="ctr">
                  <a:lnSpc>
                    <a:spcPts val="2799"/>
                  </a:lnSpc>
                </a:pPr>
                <a:r>
                  <a:rPr lang="en-US" sz="1999">
                    <a:solidFill>
                      <a:srgbClr val="000000"/>
                    </a:solidFill>
                    <a:latin typeface="Alatsi"/>
                  </a:rPr>
                  <a:t> 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5928" y="-76200"/>
              <a:ext cx="4801207" cy="869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3658"/>
                </a:lnSpc>
              </a:pPr>
              <a:r>
                <a:rPr lang="en-US" sz="2613">
                  <a:solidFill>
                    <a:srgbClr val="000000"/>
                  </a:solidFill>
                  <a:latin typeface="Alatsi Bold"/>
                </a:rPr>
                <a:t>Network.txt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9239" y="1154432"/>
              <a:ext cx="4447896" cy="5681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N1:F1,Q1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N2:F2,Q2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N3:Q1,RR1(N3;N4)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N4:Q2,RR1(N3;N4)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N5:RR1(N3;N4),Q4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N6:F3,Q3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N7:Q4,PR1(N7;N8)</a:t>
              </a:r>
            </a:p>
            <a:p>
              <a:pPr algn="just">
                <a:lnSpc>
                  <a:spcPts val="2501"/>
                </a:lnSpc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N8:Q3,PR1(N7;N8)</a:t>
              </a:r>
            </a:p>
            <a:p>
              <a:pPr algn="just">
                <a:lnSpc>
                  <a:spcPts val="2501"/>
                </a:lnSpc>
                <a:spcBef>
                  <a:spcPct val="0"/>
                </a:spcBef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N9:PR1(N7;N8),S1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3150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961881" y="2122483"/>
            <a:ext cx="5457689" cy="1621487"/>
          </a:xfrm>
          <a:custGeom>
            <a:avLst/>
            <a:gdLst/>
            <a:ahLst/>
            <a:cxnLst/>
            <a:rect l="l" t="t" r="r" b="b"/>
            <a:pathLst>
              <a:path w="8186533" h="2432231">
                <a:moveTo>
                  <a:pt x="0" y="0"/>
                </a:moveTo>
                <a:lnTo>
                  <a:pt x="8186533" y="0"/>
                </a:lnTo>
                <a:lnTo>
                  <a:pt x="8186533" y="2432231"/>
                </a:lnTo>
                <a:lnTo>
                  <a:pt x="0" y="2432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36443" y="1115484"/>
            <a:ext cx="10221689" cy="1096270"/>
            <a:chOff x="0" y="0"/>
            <a:chExt cx="20555435" cy="190118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0555435" cy="1901188"/>
              <a:chOff x="0" y="0"/>
              <a:chExt cx="4060333" cy="375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0333" cy="375543"/>
              </a:xfrm>
              <a:custGeom>
                <a:avLst/>
                <a:gdLst/>
                <a:ahLst/>
                <a:cxnLst/>
                <a:rect l="l" t="t" r="r" b="b"/>
                <a:pathLst>
                  <a:path w="4060333" h="375543">
                    <a:moveTo>
                      <a:pt x="25611" y="0"/>
                    </a:moveTo>
                    <a:lnTo>
                      <a:pt x="4034722" y="0"/>
                    </a:lnTo>
                    <a:cubicBezTo>
                      <a:pt x="4041514" y="0"/>
                      <a:pt x="4048028" y="2698"/>
                      <a:pt x="4052831" y="7501"/>
                    </a:cubicBezTo>
                    <a:cubicBezTo>
                      <a:pt x="4057634" y="12304"/>
                      <a:pt x="4060333" y="18819"/>
                      <a:pt x="4060333" y="25611"/>
                    </a:cubicBezTo>
                    <a:lnTo>
                      <a:pt x="4060333" y="349932"/>
                    </a:lnTo>
                    <a:cubicBezTo>
                      <a:pt x="4060333" y="356724"/>
                      <a:pt x="4057634" y="363239"/>
                      <a:pt x="4052831" y="368042"/>
                    </a:cubicBezTo>
                    <a:cubicBezTo>
                      <a:pt x="4048028" y="372845"/>
                      <a:pt x="4041514" y="375543"/>
                      <a:pt x="4034722" y="375543"/>
                    </a:cubicBezTo>
                    <a:lnTo>
                      <a:pt x="25611" y="375543"/>
                    </a:lnTo>
                    <a:cubicBezTo>
                      <a:pt x="18819" y="375543"/>
                      <a:pt x="12304" y="372845"/>
                      <a:pt x="7501" y="368042"/>
                    </a:cubicBezTo>
                    <a:cubicBezTo>
                      <a:pt x="2698" y="363239"/>
                      <a:pt x="0" y="356724"/>
                      <a:pt x="0" y="349932"/>
                    </a:cubicBezTo>
                    <a:lnTo>
                      <a:pt x="0" y="25611"/>
                    </a:lnTo>
                    <a:cubicBezTo>
                      <a:pt x="0" y="18819"/>
                      <a:pt x="2698" y="12304"/>
                      <a:pt x="7501" y="7501"/>
                    </a:cubicBezTo>
                    <a:cubicBezTo>
                      <a:pt x="12304" y="2698"/>
                      <a:pt x="18819" y="0"/>
                      <a:pt x="25611" y="0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4060333" cy="42316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773"/>
                  </a:lnSpc>
                </a:pPr>
                <a:endParaRPr sz="8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44816" y="228254"/>
              <a:ext cx="19541725" cy="1236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WAITING TIME OF INJECTOR IS THE SUM OF WAITING TIMES OF QUEUES ENCOUNTERED IN ITS FLOW</a:t>
              </a:r>
            </a:p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Maintain a map between the injector and the primitives encountered in its flow.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1620" y="3800374"/>
            <a:ext cx="8998213" cy="660962"/>
            <a:chOff x="0" y="0"/>
            <a:chExt cx="17996425" cy="1321925"/>
          </a:xfrm>
        </p:grpSpPr>
        <p:grpSp>
          <p:nvGrpSpPr>
            <p:cNvPr id="15" name="Group 15"/>
            <p:cNvGrpSpPr/>
            <p:nvPr/>
          </p:nvGrpSpPr>
          <p:grpSpPr>
            <a:xfrm>
              <a:off x="144816" y="0"/>
              <a:ext cx="17851609" cy="1321925"/>
              <a:chOff x="0" y="0"/>
              <a:chExt cx="3526244" cy="26112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526244" cy="261121"/>
              </a:xfrm>
              <a:custGeom>
                <a:avLst/>
                <a:gdLst/>
                <a:ahLst/>
                <a:cxnLst/>
                <a:rect l="l" t="t" r="r" b="b"/>
                <a:pathLst>
                  <a:path w="3526244" h="261121">
                    <a:moveTo>
                      <a:pt x="29490" y="0"/>
                    </a:moveTo>
                    <a:lnTo>
                      <a:pt x="3496753" y="0"/>
                    </a:lnTo>
                    <a:cubicBezTo>
                      <a:pt x="3513040" y="0"/>
                      <a:pt x="3526244" y="13203"/>
                      <a:pt x="3526244" y="29490"/>
                    </a:cubicBezTo>
                    <a:lnTo>
                      <a:pt x="3526244" y="231631"/>
                    </a:lnTo>
                    <a:cubicBezTo>
                      <a:pt x="3526244" y="247918"/>
                      <a:pt x="3513040" y="261121"/>
                      <a:pt x="3496753" y="261121"/>
                    </a:cubicBezTo>
                    <a:lnTo>
                      <a:pt x="29490" y="261121"/>
                    </a:lnTo>
                    <a:cubicBezTo>
                      <a:pt x="13203" y="261121"/>
                      <a:pt x="0" y="247918"/>
                      <a:pt x="0" y="231631"/>
                    </a:cubicBezTo>
                    <a:lnTo>
                      <a:pt x="0" y="29490"/>
                    </a:lnTo>
                    <a:cubicBezTo>
                      <a:pt x="0" y="13203"/>
                      <a:pt x="13203" y="0"/>
                      <a:pt x="29490" y="0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3526244" cy="30874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773"/>
                  </a:lnSpc>
                </a:pPr>
                <a:endParaRPr sz="80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331694"/>
              <a:ext cx="17851609" cy="601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If the encountered primitive is a queue, then push it to a vector mapped to the injector.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91620" y="4594687"/>
            <a:ext cx="5446746" cy="1941710"/>
          </a:xfrm>
          <a:custGeom>
            <a:avLst/>
            <a:gdLst/>
            <a:ahLst/>
            <a:cxnLst/>
            <a:rect l="l" t="t" r="r" b="b"/>
            <a:pathLst>
              <a:path w="8170119" h="2912565">
                <a:moveTo>
                  <a:pt x="0" y="0"/>
                </a:moveTo>
                <a:lnTo>
                  <a:pt x="8170118" y="0"/>
                </a:lnTo>
                <a:lnTo>
                  <a:pt x="8170118" y="2912565"/>
                </a:lnTo>
                <a:lnTo>
                  <a:pt x="0" y="2912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60688" y="4642387"/>
            <a:ext cx="5373733" cy="1846310"/>
          </a:xfrm>
          <a:custGeom>
            <a:avLst/>
            <a:gdLst/>
            <a:ahLst/>
            <a:cxnLst/>
            <a:rect l="l" t="t" r="r" b="b"/>
            <a:pathLst>
              <a:path w="8060600" h="2769465">
                <a:moveTo>
                  <a:pt x="0" y="0"/>
                </a:moveTo>
                <a:lnTo>
                  <a:pt x="8060600" y="0"/>
                </a:lnTo>
                <a:lnTo>
                  <a:pt x="8060600" y="2769465"/>
                </a:lnTo>
                <a:lnTo>
                  <a:pt x="0" y="2769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50398" y="128440"/>
            <a:ext cx="10214163" cy="806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627"/>
              </a:lnSpc>
            </a:pPr>
            <a:r>
              <a:rPr lang="en-US" sz="4734">
                <a:solidFill>
                  <a:srgbClr val="000000"/>
                </a:solidFill>
                <a:latin typeface="Alatsi Bold"/>
              </a:rPr>
              <a:t>WAITING TIME CALCULATION</a:t>
            </a:r>
          </a:p>
        </p:txBody>
      </p:sp>
    </p:spTree>
    <p:extLst>
      <p:ext uri="{BB962C8B-B14F-4D97-AF65-F5344CB8AC3E}">
        <p14:creationId xmlns:p14="http://schemas.microsoft.com/office/powerpoint/2010/main" val="76837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93E9-D497-B8D1-FBE0-BA59AE4E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21F9-8B94-A0F3-AA77-F4574972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Recap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ea typeface="+mn-lt"/>
                <a:cs typeface="+mn-lt"/>
              </a:rPr>
              <a:t>New Modifications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Sample Results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Next Steps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677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E540B-91CD-D9A1-EB8B-B1A512310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Updates to Class </a:t>
            </a:r>
            <a:r>
              <a:rPr lang="en-US" sz="4000" dirty="0">
                <a:solidFill>
                  <a:srgbClr val="FFFFFF"/>
                </a:solidFill>
                <a:latin typeface="Consolas"/>
              </a:rPr>
              <a:t>Queue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682D0-75E9-CA4C-EB6D-CC100BEC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 dirty="0">
                <a:solidFill>
                  <a:schemeClr val="tx2"/>
                </a:solidFill>
                <a:highlight>
                  <a:srgbClr val="C0C0C0"/>
                </a:highlight>
              </a:rPr>
              <a:t>New Data Members</a:t>
            </a:r>
            <a:endParaRPr lang="en-US" sz="1700">
              <a:solidFill>
                <a:schemeClr val="tx2"/>
              </a:solidFill>
              <a:highlight>
                <a:srgbClr val="C0C0C0"/>
              </a:highlight>
            </a:endParaRPr>
          </a:p>
          <a:p>
            <a:pPr lvl="1"/>
            <a:r>
              <a:rPr lang="en-US" sz="1600" b="1" err="1">
                <a:latin typeface="Aptos"/>
              </a:rPr>
              <a:t>injection_rate</a:t>
            </a:r>
            <a:r>
              <a:rPr lang="en-US" sz="1600" b="1" dirty="0">
                <a:ea typeface="+mn-lt"/>
                <a:cs typeface="+mn-lt"/>
              </a:rPr>
              <a:t>:</a:t>
            </a:r>
            <a:r>
              <a:rPr lang="en-US" sz="1600" dirty="0">
                <a:ea typeface="+mn-lt"/>
                <a:cs typeface="+mn-lt"/>
              </a:rPr>
              <a:t> Represents the rate at which packets are injected into the queue.</a:t>
            </a:r>
            <a:endParaRPr lang="en-US" sz="1600"/>
          </a:p>
          <a:p>
            <a:pPr marL="457200" lvl="1" indent="0">
              <a:buNone/>
            </a:pPr>
            <a:endParaRPr lang="en-US" sz="1600" dirty="0">
              <a:latin typeface="Aptos"/>
            </a:endParaRPr>
          </a:p>
          <a:p>
            <a:pPr lvl="1"/>
            <a:r>
              <a:rPr lang="en-US" sz="1600" b="1" err="1">
                <a:latin typeface="Aptos"/>
              </a:rPr>
              <a:t>coeff_interarrival_time</a:t>
            </a:r>
            <a:r>
              <a:rPr lang="en-US" sz="1600" dirty="0">
                <a:ea typeface="+mn-lt"/>
                <a:cs typeface="+mn-lt"/>
              </a:rPr>
              <a:t>: Represents the coefficient used to calculate inter-arrival times between packets.</a:t>
            </a:r>
            <a:endParaRPr lang="en-US" sz="1600"/>
          </a:p>
          <a:p>
            <a:pPr lvl="1"/>
            <a:endParaRPr lang="en-US" sz="1400" dirty="0"/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sz="1700" b="1" dirty="0">
                <a:highlight>
                  <a:srgbClr val="C0C0C0"/>
                </a:highlight>
              </a:rPr>
              <a:t>New Member Functions</a:t>
            </a:r>
            <a:endParaRPr lang="en-US" sz="1700">
              <a:solidFill>
                <a:schemeClr val="tx2"/>
              </a:solidFill>
              <a:highlight>
                <a:srgbClr val="C0C0C0"/>
              </a:highlight>
            </a:endParaRPr>
          </a:p>
          <a:p>
            <a:pPr lvl="1"/>
            <a:r>
              <a:rPr lang="en-US" sz="1600" b="1" err="1">
                <a:latin typeface="Aptos"/>
              </a:rPr>
              <a:t>setInjectionRate</a:t>
            </a:r>
            <a:r>
              <a:rPr lang="en-US" sz="1600" b="1" dirty="0">
                <a:latin typeface="Aptos"/>
              </a:rPr>
              <a:t>(double &amp;</a:t>
            </a:r>
            <a:r>
              <a:rPr lang="en-US" sz="1600" b="1" err="1">
                <a:latin typeface="Aptos"/>
              </a:rPr>
              <a:t>new_injection_rate</a:t>
            </a:r>
            <a:r>
              <a:rPr lang="en-US" sz="1600" b="1" dirty="0">
                <a:latin typeface="Aptos"/>
              </a:rPr>
              <a:t>):</a:t>
            </a:r>
            <a:r>
              <a:rPr lang="en-US" sz="1600" dirty="0">
                <a:ea typeface="+mn-lt"/>
                <a:cs typeface="+mn-lt"/>
              </a:rPr>
              <a:t>Sets the injection rate for the queue.</a:t>
            </a:r>
            <a:endParaRPr lang="en-US" sz="1600"/>
          </a:p>
          <a:p>
            <a:pPr marL="457200" lvl="1" indent="0">
              <a:buNone/>
            </a:pPr>
            <a:endParaRPr lang="en-US" sz="1600" dirty="0">
              <a:latin typeface="Aptos"/>
            </a:endParaRPr>
          </a:p>
          <a:p>
            <a:pPr lvl="1"/>
            <a:r>
              <a:rPr lang="en-US" sz="1600" b="1" err="1">
                <a:latin typeface="Aptos"/>
              </a:rPr>
              <a:t>setCoeffInterArrivalTime</a:t>
            </a:r>
            <a:r>
              <a:rPr lang="en-US" sz="1600" b="1" dirty="0">
                <a:latin typeface="Aptos"/>
              </a:rPr>
              <a:t>(double &amp;</a:t>
            </a:r>
            <a:r>
              <a:rPr lang="en-US" sz="1600" b="1" err="1">
                <a:latin typeface="Aptos"/>
              </a:rPr>
              <a:t>new_coeff_interarrival_time</a:t>
            </a:r>
            <a:r>
              <a:rPr lang="en-US" sz="1600" b="1" dirty="0">
                <a:latin typeface="Aptos"/>
              </a:rPr>
              <a:t>)</a:t>
            </a:r>
            <a:r>
              <a:rPr lang="en-US" sz="1600" b="1" dirty="0">
                <a:latin typeface="Aptos"/>
                <a:ea typeface="+mn-lt"/>
                <a:cs typeface="+mn-lt"/>
              </a:rPr>
              <a:t> :</a:t>
            </a:r>
            <a:r>
              <a:rPr lang="en-US" sz="1600" dirty="0">
                <a:ea typeface="+mn-lt"/>
                <a:cs typeface="+mn-lt"/>
              </a:rPr>
              <a:t>Updates the coefficient for inter-arrival time calculation.</a:t>
            </a:r>
            <a:endParaRPr lang="en-US" sz="1600"/>
          </a:p>
          <a:p>
            <a:pPr marL="457200" lvl="1" indent="0">
              <a:buNone/>
            </a:pPr>
            <a:endParaRPr lang="en-US" sz="1600" dirty="0">
              <a:latin typeface="Aptos"/>
            </a:endParaRPr>
          </a:p>
          <a:p>
            <a:pPr lvl="1"/>
            <a:r>
              <a:rPr lang="en-US" sz="1600" b="1" err="1">
                <a:latin typeface="Aptos"/>
              </a:rPr>
              <a:t>setWaitingTime</a:t>
            </a:r>
            <a:r>
              <a:rPr lang="en-US" sz="1600" b="1" dirty="0">
                <a:latin typeface="Aptos"/>
              </a:rPr>
              <a:t>(double &amp;</a:t>
            </a:r>
            <a:r>
              <a:rPr lang="en-US" sz="1600" b="1" err="1">
                <a:latin typeface="Aptos"/>
              </a:rPr>
              <a:t>new_waiting_time</a:t>
            </a:r>
            <a:r>
              <a:rPr lang="en-US" sz="1600" b="1" dirty="0">
                <a:latin typeface="Aptos"/>
              </a:rPr>
              <a:t>):</a:t>
            </a:r>
            <a:r>
              <a:rPr lang="en-US" sz="1600" dirty="0">
                <a:ea typeface="+mn-lt"/>
                <a:cs typeface="+mn-lt"/>
              </a:rPr>
              <a:t>Sets the waiting time for the queue.</a:t>
            </a:r>
            <a:endParaRPr lang="en-US" sz="1600"/>
          </a:p>
          <a:p>
            <a:pPr lvl="1"/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56067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E540B-91CD-D9A1-EB8B-B1A512310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Updates to Class Node</a:t>
            </a:r>
            <a:endParaRPr lang="en-US" sz="400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682D0-75E9-CA4C-EB6D-CC100BEC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 dirty="0">
                <a:solidFill>
                  <a:schemeClr val="tx2"/>
                </a:solidFill>
                <a:highlight>
                  <a:srgbClr val="C0C0C0"/>
                </a:highlight>
              </a:rPr>
              <a:t>New Data Members</a:t>
            </a:r>
            <a:endParaRPr lang="en-US" sz="1700">
              <a:solidFill>
                <a:schemeClr val="tx2"/>
              </a:solidFill>
              <a:highlight>
                <a:srgbClr val="C0C0C0"/>
              </a:highlight>
            </a:endParaRPr>
          </a:p>
          <a:p>
            <a:pPr lvl="1"/>
            <a:r>
              <a:rPr lang="en-US" sz="1600" dirty="0" err="1">
                <a:ea typeface="+mn-lt"/>
                <a:cs typeface="+mn-lt"/>
              </a:rPr>
              <a:t>injection_rate</a:t>
            </a:r>
            <a:endParaRPr lang="en-US" sz="1600" dirty="0" err="1">
              <a:solidFill>
                <a:srgbClr val="000000"/>
              </a:solidFill>
            </a:endParaRPr>
          </a:p>
          <a:p>
            <a:pPr lvl="1"/>
            <a:r>
              <a:rPr lang="en-US" sz="1600" dirty="0" err="1">
                <a:ea typeface="+mn-lt"/>
                <a:cs typeface="+mn-lt"/>
              </a:rPr>
              <a:t>coeff_interarrival_time</a:t>
            </a:r>
            <a:endParaRPr lang="en-US" sz="1600" dirty="0" err="1"/>
          </a:p>
          <a:p>
            <a:pPr lvl="1"/>
            <a:endParaRPr lang="en-US" sz="1700" b="1" dirty="0">
              <a:highlight>
                <a:srgbClr val="C0C0C0"/>
              </a:highlight>
            </a:endParaRPr>
          </a:p>
          <a:p>
            <a:r>
              <a:rPr lang="en-US" sz="1600" b="1" dirty="0">
                <a:highlight>
                  <a:srgbClr val="C0C0C0"/>
                </a:highlight>
              </a:rPr>
              <a:t>New Member Functions</a:t>
            </a:r>
            <a:endParaRPr lang="en-US" sz="1600">
              <a:solidFill>
                <a:schemeClr val="tx2"/>
              </a:solidFill>
              <a:highlight>
                <a:srgbClr val="C0C0C0"/>
              </a:highlight>
            </a:endParaRPr>
          </a:p>
          <a:p>
            <a:pPr lvl="1"/>
            <a:r>
              <a:rPr lang="en-US" sz="1600" dirty="0" err="1">
                <a:ea typeface="+mn-lt"/>
                <a:cs typeface="+mn-lt"/>
              </a:rPr>
              <a:t>getInjectionRate</a:t>
            </a:r>
            <a:r>
              <a:rPr lang="en-US" sz="1600" dirty="0">
                <a:ea typeface="+mn-lt"/>
                <a:cs typeface="+mn-lt"/>
              </a:rPr>
              <a:t>()</a:t>
            </a:r>
            <a:endParaRPr lang="en-US" sz="1600" dirty="0"/>
          </a:p>
          <a:p>
            <a:pPr marL="457200" lvl="1" indent="0">
              <a:buNone/>
            </a:pPr>
            <a:endParaRPr lang="en-US" sz="1600" dirty="0">
              <a:latin typeface="Aptos"/>
            </a:endParaRPr>
          </a:p>
          <a:p>
            <a:pPr lvl="1"/>
            <a:r>
              <a:rPr lang="en-US" sz="1600" dirty="0" err="1">
                <a:ea typeface="+mn-lt"/>
                <a:cs typeface="+mn-lt"/>
              </a:rPr>
              <a:t>getCoeffInterArrivalTime</a:t>
            </a:r>
            <a:r>
              <a:rPr lang="en-US" sz="1600" dirty="0">
                <a:ea typeface="+mn-lt"/>
                <a:cs typeface="+mn-lt"/>
              </a:rPr>
              <a:t>()</a:t>
            </a:r>
            <a:endParaRPr lang="en-US" sz="1600" dirty="0"/>
          </a:p>
          <a:p>
            <a:pPr marL="457200" lvl="1" indent="0">
              <a:buNone/>
            </a:pPr>
            <a:endParaRPr lang="en-US" sz="1600" dirty="0">
              <a:latin typeface="Aptos"/>
            </a:endParaRPr>
          </a:p>
          <a:p>
            <a:pPr lvl="1"/>
            <a:r>
              <a:rPr lang="en-US" sz="1600" dirty="0" err="1">
                <a:ea typeface="+mn-lt"/>
                <a:cs typeface="+mn-lt"/>
              </a:rPr>
              <a:t>setInjectionRate</a:t>
            </a:r>
            <a:r>
              <a:rPr lang="en-US" sz="1600" dirty="0">
                <a:ea typeface="+mn-lt"/>
                <a:cs typeface="+mn-lt"/>
              </a:rPr>
              <a:t>(double &amp;</a:t>
            </a:r>
            <a:r>
              <a:rPr lang="en-US" sz="1600" dirty="0" err="1">
                <a:ea typeface="+mn-lt"/>
                <a:cs typeface="+mn-lt"/>
              </a:rPr>
              <a:t>new_injection_rate</a:t>
            </a:r>
            <a:r>
              <a:rPr lang="en-US" sz="1600" dirty="0">
                <a:ea typeface="+mn-lt"/>
                <a:cs typeface="+mn-lt"/>
              </a:rPr>
              <a:t>)</a:t>
            </a:r>
            <a:endParaRPr lang="en-US" sz="1600" dirty="0"/>
          </a:p>
          <a:p>
            <a:pPr marL="457200" lvl="1" indent="0">
              <a:buNone/>
            </a:pPr>
            <a:endParaRPr lang="en-US" sz="1600" dirty="0">
              <a:ea typeface="+mn-lt"/>
              <a:cs typeface="+mn-lt"/>
            </a:endParaRPr>
          </a:p>
          <a:p>
            <a:pPr lvl="1"/>
            <a:r>
              <a:rPr lang="en-US" sz="1600" dirty="0" err="1">
                <a:ea typeface="+mn-lt"/>
                <a:cs typeface="+mn-lt"/>
              </a:rPr>
              <a:t>setCoeffInterArrivalTime</a:t>
            </a:r>
            <a:r>
              <a:rPr lang="en-US" sz="1600" dirty="0">
                <a:ea typeface="+mn-lt"/>
                <a:cs typeface="+mn-lt"/>
              </a:rPr>
              <a:t>(double &amp;</a:t>
            </a:r>
            <a:r>
              <a:rPr lang="en-US" sz="1600" dirty="0" err="1">
                <a:ea typeface="+mn-lt"/>
                <a:cs typeface="+mn-lt"/>
              </a:rPr>
              <a:t>new_coeff_interarrival_time</a:t>
            </a:r>
            <a:r>
              <a:rPr lang="en-US" sz="1600" dirty="0">
                <a:ea typeface="+mn-lt"/>
                <a:cs typeface="+mn-lt"/>
              </a:rPr>
              <a:t>)</a:t>
            </a:r>
            <a:endParaRPr lang="en-US" sz="1600" dirty="0"/>
          </a:p>
          <a:p>
            <a:pPr lvl="1"/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690464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E540B-91CD-D9A1-EB8B-B1A512310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Updates to Class Injector</a:t>
            </a:r>
            <a:endParaRPr lang="en-US" sz="400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682D0-75E9-CA4C-EB6D-CC100BEC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 dirty="0">
                <a:solidFill>
                  <a:schemeClr val="tx2"/>
                </a:solidFill>
                <a:highlight>
                  <a:srgbClr val="C0C0C0"/>
                </a:highlight>
              </a:rPr>
              <a:t>New Data Members</a:t>
            </a:r>
            <a:endParaRPr lang="en-US" sz="1700">
              <a:solidFill>
                <a:schemeClr val="tx2"/>
              </a:solidFill>
              <a:highlight>
                <a:srgbClr val="C0C0C0"/>
              </a:highlight>
            </a:endParaRPr>
          </a:p>
          <a:p>
            <a:pPr lvl="1"/>
            <a:r>
              <a:rPr lang="en-US" sz="1600" b="1" err="1">
                <a:solidFill>
                  <a:srgbClr val="000000"/>
                </a:solidFill>
              </a:rPr>
              <a:t>waiting_time</a:t>
            </a:r>
            <a:r>
              <a:rPr lang="en-US" sz="1600" dirty="0">
                <a:solidFill>
                  <a:srgbClr val="000000"/>
                </a:solidFill>
              </a:rPr>
              <a:t>:  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Represents the time Injector spend waiting  before being processed.</a:t>
            </a:r>
            <a:endParaRPr lang="en-US" sz="1600">
              <a:solidFill>
                <a:schemeClr val="tx2"/>
              </a:solidFill>
              <a:highlight>
                <a:srgbClr val="C0C0C0"/>
              </a:highlight>
            </a:endParaRPr>
          </a:p>
          <a:p>
            <a:pPr lvl="1"/>
            <a:endParaRPr lang="en-US" sz="1700" b="1" dirty="0">
              <a:solidFill>
                <a:srgbClr val="000000"/>
              </a:solidFill>
              <a:highlight>
                <a:srgbClr val="C0C0C0"/>
              </a:highlight>
            </a:endParaRPr>
          </a:p>
          <a:p>
            <a:r>
              <a:rPr lang="en-US" sz="2100" b="1" dirty="0">
                <a:solidFill>
                  <a:srgbClr val="000000"/>
                </a:solidFill>
                <a:highlight>
                  <a:srgbClr val="C0C0C0"/>
                </a:highlight>
              </a:rPr>
              <a:t>New Member Functions</a:t>
            </a:r>
            <a:endParaRPr lang="en-US" sz="2100">
              <a:solidFill>
                <a:schemeClr val="tx2"/>
              </a:solidFill>
              <a:highlight>
                <a:srgbClr val="C0C0C0"/>
              </a:highlight>
            </a:endParaRPr>
          </a:p>
          <a:p>
            <a:pPr lvl="1"/>
            <a:r>
              <a:rPr lang="en-US" sz="1600" b="1" dirty="0" err="1">
                <a:solidFill>
                  <a:srgbClr val="000000"/>
                </a:solidFill>
              </a:rPr>
              <a:t>getWaitingTime</a:t>
            </a:r>
            <a:r>
              <a:rPr lang="en-US" sz="1600" b="1" dirty="0">
                <a:solidFill>
                  <a:srgbClr val="000000"/>
                </a:solidFill>
              </a:rPr>
              <a:t>() 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Retrieves the current waiting time for the injector.</a:t>
            </a:r>
            <a:endParaRPr lang="en-US" sz="1600" dirty="0">
              <a:ea typeface="+mn-lt"/>
              <a:cs typeface="+mn-lt"/>
            </a:endParaRPr>
          </a:p>
          <a:p>
            <a:pPr lvl="1"/>
            <a:r>
              <a:rPr lang="en-US" sz="1600" b="1" err="1">
                <a:solidFill>
                  <a:srgbClr val="000000"/>
                </a:solidFill>
              </a:rPr>
              <a:t>setWaitingTime</a:t>
            </a:r>
            <a:r>
              <a:rPr lang="en-US" sz="1600" b="1" dirty="0">
                <a:solidFill>
                  <a:srgbClr val="000000"/>
                </a:solidFill>
              </a:rPr>
              <a:t>(double &amp;</a:t>
            </a:r>
            <a:r>
              <a:rPr lang="en-US" sz="1600" b="1" err="1">
                <a:solidFill>
                  <a:srgbClr val="000000"/>
                </a:solidFill>
              </a:rPr>
              <a:t>new_waiting_time</a:t>
            </a:r>
            <a:r>
              <a:rPr lang="en-US" sz="1600" b="1" dirty="0">
                <a:solidFill>
                  <a:srgbClr val="000000"/>
                </a:solidFill>
              </a:rPr>
              <a:t>) :</a:t>
            </a:r>
            <a:r>
              <a:rPr lang="en-US" sz="1600" dirty="0">
                <a:solidFill>
                  <a:srgbClr val="000000"/>
                </a:solidFill>
              </a:rPr>
              <a:t>Updates the waiting time for the injector.</a:t>
            </a:r>
          </a:p>
          <a:p>
            <a:pPr lvl="1"/>
            <a:endParaRPr lang="en-US" sz="1600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n-US" sz="1600" dirty="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07467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93E9-D497-B8D1-FBE0-BA59AE4E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21F9-8B94-A0F3-AA77-F4574972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Recap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New Modifications</a:t>
            </a:r>
          </a:p>
          <a:p>
            <a:r>
              <a:rPr lang="en-US" dirty="0">
                <a:ea typeface="+mn-lt"/>
                <a:cs typeface="+mn-lt"/>
              </a:rPr>
              <a:t>Sample Results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Next Steps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906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4D5922-434B-4829-B93E-02DC38A29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5FBA24-5C01-4635-A984-1DB6E340B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6C1B406-D643-4021-A6F0-2DD546697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D1F6522-8579-43DA-854A-E28CBE13D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9320D87-73DD-4D15-A224-C8D8EEC9A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78418DD-1013-4BBE-9E02-1D4D1233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4281D6D-7CDF-4C97-B54C-5FE6177B5C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64A9F5-F5A7-4276-A229-C498B4A85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A44C9B9-09AE-4D78-BBB5-972FB6088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130F5D-EE1B-8B5C-1EF3-F3DCDF14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48" y="3407"/>
            <a:ext cx="6341652" cy="2819399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Configurations</a:t>
            </a:r>
          </a:p>
        </p:txBody>
      </p:sp>
      <p:pic>
        <p:nvPicPr>
          <p:cNvPr id="5" name="Picture 4" descr="A diagram of a flowchart&#10;&#10;Description automatically generated">
            <a:extLst>
              <a:ext uri="{FF2B5EF4-FFF2-40B4-BE49-F238E27FC236}">
                <a16:creationId xmlns:a16="http://schemas.microsoft.com/office/drawing/2014/main" id="{9639AD7E-F06C-6AD4-9A1C-B399359A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91" y="644443"/>
            <a:ext cx="5143671" cy="246451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D2BC472-0671-410F-BA77-E46AA621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7734301" y="849622"/>
            <a:ext cx="304800" cy="429768"/>
            <a:chOff x="215328" y="-46937"/>
            <a:chExt cx="304800" cy="277384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C68B2A3-267E-4DE4-8DD5-C0378482D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6474CC6-D7FB-4A38-8991-680F048CF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825D0E-A1E4-4466-81B2-33325B3B3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BD1E16-C3EF-4A05-9C71-590A55BFC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819102A-0400-4C1F-8614-973F5262E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1A0CF5C-68C2-4432-BC2D-5A124C7B6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77278" y="4945279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3E76A51-C6FF-4566-9670-D405D4DA7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069446D-7888-44DB-87EF-972BCEA0A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450BCE5-EB53-44C2-B9B9-771BAD516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B2D4461-C687-4A45-933F-C4CCB4E24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485CA-41D2-421F-B28D-15EF845D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4ED96A1-E6CA-493F-8610-6B8B7A28E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C9231B8-0812-4FDE-9AC6-94984E20A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BF59FE3-7AD8-46E8-9440-D26863994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EEEDF00-F676-4147-BAF0-64840E285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4D3F73A-55E6-4A58-872D-BE9E9C7C3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Content Placeholder 3" descr="A diagram of a flowchart&#10;&#10;Description automatically generated">
            <a:extLst>
              <a:ext uri="{FF2B5EF4-FFF2-40B4-BE49-F238E27FC236}">
                <a16:creationId xmlns:a16="http://schemas.microsoft.com/office/drawing/2014/main" id="{04008A47-5117-6289-7B78-CDDF608197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20344" y="3562618"/>
            <a:ext cx="5168561" cy="27535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EEFEED-7F6C-5346-97EE-80CAD5F7DC7C}"/>
              </a:ext>
            </a:extLst>
          </p:cNvPr>
          <p:cNvSpPr txBox="1"/>
          <p:nvPr/>
        </p:nvSpPr>
        <p:spPr>
          <a:xfrm>
            <a:off x="629616" y="3753919"/>
            <a:ext cx="33378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RR(Round Robin) followed by PR(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PRiority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6CEFB-291F-4CD9-1FBC-B89DBDA83195}"/>
              </a:ext>
            </a:extLst>
          </p:cNvPr>
          <p:cNvSpPr txBox="1"/>
          <p:nvPr/>
        </p:nvSpPr>
        <p:spPr>
          <a:xfrm>
            <a:off x="629615" y="4403859"/>
            <a:ext cx="33378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 followed by RR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93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F7D3D8-BC13-5FDD-7C11-F7EE48803169}"/>
              </a:ext>
            </a:extLst>
          </p:cNvPr>
          <p:cNvSpPr/>
          <p:nvPr/>
        </p:nvSpPr>
        <p:spPr>
          <a:xfrm>
            <a:off x="2057550" y="2636306"/>
            <a:ext cx="1486755" cy="24519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N1:F1,Q1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N2:F2,Q2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N3:Q1,RR1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N4:Q2,RR1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N5:F3,Q3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N6:RR1,Q4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N7:Q3,PR1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N8:Q4,PR1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N9:PR1,Sink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endParaRPr lang="en-US"/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F612AA-FB00-B5A5-0BFD-99496ADA6E83}"/>
              </a:ext>
            </a:extLst>
          </p:cNvPr>
          <p:cNvSpPr/>
          <p:nvPr/>
        </p:nvSpPr>
        <p:spPr>
          <a:xfrm>
            <a:off x="2062753" y="2213091"/>
            <a:ext cx="1472563" cy="4231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Network.txt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D0192A-E77F-9624-A45E-BA0F827394AB}"/>
              </a:ext>
            </a:extLst>
          </p:cNvPr>
          <p:cNvSpPr/>
          <p:nvPr/>
        </p:nvSpPr>
        <p:spPr>
          <a:xfrm>
            <a:off x="249575" y="2638157"/>
            <a:ext cx="1704080" cy="2456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F1=0.05,0.95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US" sz="1400" dirty="0">
                <a:ea typeface="+mn-lt"/>
                <a:cs typeface="+mn-lt"/>
              </a:rPr>
              <a:t>F2=0.05,0.95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F3=0.08,0.91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Q1=4,1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Q2=4,1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Q3=4,1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Q4=2,1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RR1=4.0,0.0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PR1=4.0,0.0</a:t>
            </a:r>
            <a:endParaRPr lang="en-US" dirty="0"/>
          </a:p>
          <a:p>
            <a:pPr algn="ctr"/>
            <a:endParaRPr lang="en-US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A72C3D-D517-8DD0-6123-5E0B0330BDC5}"/>
              </a:ext>
            </a:extLst>
          </p:cNvPr>
          <p:cNvSpPr/>
          <p:nvPr/>
        </p:nvSpPr>
        <p:spPr>
          <a:xfrm>
            <a:off x="351866" y="2213089"/>
            <a:ext cx="1483768" cy="4231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statistics.txt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963B85-8147-9E70-7D4A-D06A6B4A2D81}"/>
              </a:ext>
            </a:extLst>
          </p:cNvPr>
          <p:cNvSpPr/>
          <p:nvPr/>
        </p:nvSpPr>
        <p:spPr>
          <a:xfrm>
            <a:off x="178469" y="125700"/>
            <a:ext cx="11842556" cy="66926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 Obtained using Input Files and  it's Corresponding Output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B32DDC-A743-6566-E087-33F0A303AFFE}"/>
              </a:ext>
            </a:extLst>
          </p:cNvPr>
          <p:cNvSpPr/>
          <p:nvPr/>
        </p:nvSpPr>
        <p:spPr>
          <a:xfrm>
            <a:off x="8664143" y="1813760"/>
            <a:ext cx="3288432" cy="20457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Injector: F1    Waiting time: 4.94669</a:t>
            </a:r>
            <a:endParaRPr lang="en-US" sz="1400" dirty="0"/>
          </a:p>
          <a:p>
            <a:pPr algn="ctr"/>
            <a:r>
              <a:rPr lang="en-US" sz="1400" dirty="0">
                <a:ea typeface="+mn-lt"/>
                <a:cs typeface="+mn-lt"/>
              </a:rPr>
              <a:t>Injector: F2    Waiting time: 4.94669</a:t>
            </a:r>
            <a:endParaRPr lang="en-US" sz="1400" dirty="0"/>
          </a:p>
          <a:p>
            <a:pPr algn="ctr"/>
            <a:r>
              <a:rPr lang="en-US" sz="1400" dirty="0">
                <a:ea typeface="+mn-lt"/>
                <a:cs typeface="+mn-lt"/>
              </a:rPr>
              <a:t>Injector: F3    Waiting time: 1.27776</a:t>
            </a:r>
            <a:endParaRPr lang="en-US" sz="1400" dirty="0"/>
          </a:p>
          <a:p>
            <a:pPr algn="ctr"/>
            <a:r>
              <a:rPr lang="en-US" sz="1400" dirty="0">
                <a:ea typeface="+mn-lt"/>
                <a:cs typeface="+mn-lt"/>
              </a:rPr>
              <a:t>Queue: Q1       Waiting time: 1.1126</a:t>
            </a:r>
            <a:endParaRPr lang="en-US" sz="1400" dirty="0"/>
          </a:p>
          <a:p>
            <a:pPr algn="ctr"/>
            <a:r>
              <a:rPr lang="en-US" sz="1400" dirty="0">
                <a:ea typeface="+mn-lt"/>
                <a:cs typeface="+mn-lt"/>
              </a:rPr>
              <a:t>Queue: Q2       Waiting time: 1.1126</a:t>
            </a:r>
            <a:endParaRPr lang="en-US" sz="1400" dirty="0"/>
          </a:p>
          <a:p>
            <a:pPr algn="ctr"/>
            <a:r>
              <a:rPr lang="en-US" sz="1400" dirty="0">
                <a:ea typeface="+mn-lt"/>
                <a:cs typeface="+mn-lt"/>
              </a:rPr>
              <a:t>Queue: Q3       Waiting time: 1.27776</a:t>
            </a:r>
            <a:endParaRPr lang="en-US" sz="1400" dirty="0"/>
          </a:p>
          <a:p>
            <a:pPr algn="ctr"/>
            <a:r>
              <a:rPr lang="en-US" sz="1400" dirty="0">
                <a:ea typeface="+mn-lt"/>
                <a:cs typeface="+mn-lt"/>
              </a:rPr>
              <a:t>Queue: Q4       Waiting time: 3.83409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B538FF-46EF-7CCF-1119-2B1AFFAB90BC}"/>
              </a:ext>
            </a:extLst>
          </p:cNvPr>
          <p:cNvSpPr/>
          <p:nvPr/>
        </p:nvSpPr>
        <p:spPr>
          <a:xfrm>
            <a:off x="3636129" y="4290211"/>
            <a:ext cx="3621178" cy="1818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Queue Flow</a:t>
            </a:r>
          </a:p>
          <a:p>
            <a:pPr algn="ctr"/>
            <a:r>
              <a:rPr lang="en-US" dirty="0"/>
              <a:t>F1:  Q1,Q4</a:t>
            </a:r>
          </a:p>
          <a:p>
            <a:pPr algn="ctr"/>
            <a:r>
              <a:rPr lang="en-US" dirty="0"/>
              <a:t>F2: Q2,Q4</a:t>
            </a:r>
          </a:p>
          <a:p>
            <a:pPr algn="ctr"/>
            <a:r>
              <a:rPr lang="en-US" dirty="0"/>
              <a:t>F3:            Q3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425096-E8CA-9B37-BA97-CAFCC908A10C}"/>
              </a:ext>
            </a:extLst>
          </p:cNvPr>
          <p:cNvSpPr/>
          <p:nvPr/>
        </p:nvSpPr>
        <p:spPr>
          <a:xfrm>
            <a:off x="9571462" y="1382013"/>
            <a:ext cx="1472563" cy="42312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D6966-4273-C5D9-698C-9696F2CDB181}"/>
              </a:ext>
            </a:extLst>
          </p:cNvPr>
          <p:cNvSpPr/>
          <p:nvPr/>
        </p:nvSpPr>
        <p:spPr>
          <a:xfrm>
            <a:off x="7855373" y="4030786"/>
            <a:ext cx="3433288" cy="503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  <a:p>
            <a:pPr algn="ctr"/>
            <a:endParaRPr lang="en-US" dirty="0"/>
          </a:p>
          <a:p>
            <a:pPr algn="ctr"/>
            <a:r>
              <a:rPr lang="en-US" dirty="0"/>
              <a:t>Intermediate inputs</a:t>
            </a:r>
            <a:endParaRPr lang="en-US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A56C9E-8115-EA13-18D6-9363524A8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67364"/>
              </p:ext>
            </p:extLst>
          </p:nvPr>
        </p:nvGraphicFramePr>
        <p:xfrm>
          <a:off x="7519147" y="4538382"/>
          <a:ext cx="400908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498">
                  <a:extLst>
                    <a:ext uri="{9D8B030D-6E8A-4147-A177-3AD203B41FA5}">
                      <a16:colId xmlns:a16="http://schemas.microsoft.com/office/drawing/2014/main" val="110425339"/>
                    </a:ext>
                  </a:extLst>
                </a:gridCol>
                <a:gridCol w="1148602">
                  <a:extLst>
                    <a:ext uri="{9D8B030D-6E8A-4147-A177-3AD203B41FA5}">
                      <a16:colId xmlns:a16="http://schemas.microsoft.com/office/drawing/2014/main" val="315293585"/>
                    </a:ext>
                  </a:extLst>
                </a:gridCol>
                <a:gridCol w="1050018">
                  <a:extLst>
                    <a:ext uri="{9D8B030D-6E8A-4147-A177-3AD203B41FA5}">
                      <a16:colId xmlns:a16="http://schemas.microsoft.com/office/drawing/2014/main" val="2683560553"/>
                    </a:ext>
                  </a:extLst>
                </a:gridCol>
                <a:gridCol w="857968">
                  <a:extLst>
                    <a:ext uri="{9D8B030D-6E8A-4147-A177-3AD203B41FA5}">
                      <a16:colId xmlns:a16="http://schemas.microsoft.com/office/drawing/2014/main" val="3710268399"/>
                    </a:ext>
                  </a:extLst>
                </a:gridCol>
              </a:tblGrid>
              <a:tr h="282033">
                <a:tc>
                  <a:txBody>
                    <a:bodyPr/>
                    <a:lstStyle/>
                    <a:p>
                      <a:r>
                        <a:rPr lang="en-US" sz="1400" dirty="0"/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Inj.rate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Coeff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609466"/>
                  </a:ext>
                </a:extLst>
              </a:tr>
              <a:tr h="282033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347041"/>
                  </a:ext>
                </a:extLst>
              </a:tr>
              <a:tr h="282033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62423"/>
                  </a:ext>
                </a:extLst>
              </a:tr>
              <a:tr h="282033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547912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73651"/>
                  </a:ext>
                </a:extLst>
              </a:tr>
            </a:tbl>
          </a:graphicData>
        </a:graphic>
      </p:graphicFrame>
      <p:pic>
        <p:nvPicPr>
          <p:cNvPr id="6" name="Picture 5" descr="A diagram of a flowchart&#10;&#10;Description automatically generated">
            <a:extLst>
              <a:ext uri="{FF2B5EF4-FFF2-40B4-BE49-F238E27FC236}">
                <a16:creationId xmlns:a16="http://schemas.microsoft.com/office/drawing/2014/main" id="{B9AECB26-B343-4F25-5B09-34D0BD6C7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660" y="1271913"/>
            <a:ext cx="4870928" cy="258140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286A6E-9DE4-8374-377D-E8C5DB372438}"/>
              </a:ext>
            </a:extLst>
          </p:cNvPr>
          <p:cNvSpPr/>
          <p:nvPr/>
        </p:nvSpPr>
        <p:spPr>
          <a:xfrm>
            <a:off x="812052" y="1652108"/>
            <a:ext cx="2128139" cy="490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Files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F7D3D8-BC13-5FDD-7C11-F7EE48803169}"/>
              </a:ext>
            </a:extLst>
          </p:cNvPr>
          <p:cNvSpPr/>
          <p:nvPr/>
        </p:nvSpPr>
        <p:spPr>
          <a:xfrm>
            <a:off x="2158403" y="2636306"/>
            <a:ext cx="1486755" cy="24519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N1:F1,Q1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N2:F2,Q2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N3:Q1,PR1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N4:Q2,PR1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N5:F3,Q3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N6:PR1,Q4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N7:Q3,RR1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N8:Q4,RR1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N9:RR1,Sink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algn="ctr"/>
            <a:endParaRPr lang="en-US"/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F612AA-FB00-B5A5-0BFD-99496ADA6E83}"/>
              </a:ext>
            </a:extLst>
          </p:cNvPr>
          <p:cNvSpPr/>
          <p:nvPr/>
        </p:nvSpPr>
        <p:spPr>
          <a:xfrm>
            <a:off x="2163606" y="2201885"/>
            <a:ext cx="1472563" cy="4231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Network.txt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D0192A-E77F-9624-A45E-BA0F827394AB}"/>
              </a:ext>
            </a:extLst>
          </p:cNvPr>
          <p:cNvSpPr/>
          <p:nvPr/>
        </p:nvSpPr>
        <p:spPr>
          <a:xfrm>
            <a:off x="294399" y="2638157"/>
            <a:ext cx="1704080" cy="2456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F1=0.05,0.95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US" sz="1400" dirty="0">
                <a:ea typeface="+mn-lt"/>
                <a:cs typeface="+mn-lt"/>
              </a:rPr>
              <a:t>F2=0.05,0.95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F3=0.08,0.91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Q1=4,1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Q2=4,1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Q3=4,1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Q4=2,1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RR1=4.0,0.0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PR1=4.0,0.0</a:t>
            </a:r>
            <a:endParaRPr lang="en-US" dirty="0"/>
          </a:p>
          <a:p>
            <a:pPr algn="ctr"/>
            <a:endParaRPr lang="en-US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A72C3D-D517-8DD0-6123-5E0B0330BDC5}"/>
              </a:ext>
            </a:extLst>
          </p:cNvPr>
          <p:cNvSpPr/>
          <p:nvPr/>
        </p:nvSpPr>
        <p:spPr>
          <a:xfrm>
            <a:off x="385484" y="2201883"/>
            <a:ext cx="1483768" cy="4231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statistics.txt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963B85-8147-9E70-7D4A-D06A6B4A2D81}"/>
              </a:ext>
            </a:extLst>
          </p:cNvPr>
          <p:cNvSpPr/>
          <p:nvPr/>
        </p:nvSpPr>
        <p:spPr>
          <a:xfrm>
            <a:off x="178469" y="125700"/>
            <a:ext cx="11842556" cy="66926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 Obtained using Input Files and  it's Corresponding Output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B32DDC-A743-6566-E087-33F0A303AFFE}"/>
              </a:ext>
            </a:extLst>
          </p:cNvPr>
          <p:cNvSpPr/>
          <p:nvPr/>
        </p:nvSpPr>
        <p:spPr>
          <a:xfrm>
            <a:off x="8664143" y="1813760"/>
            <a:ext cx="3288432" cy="20457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Injector: F1    Waiting time: 2.83394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Injector: F2    Waiting time: 3.66276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Injector: F3    Waiting time: 2.25662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Queue: Q1       Waiting time: 0.747892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Queue: Q2       Waiting time: 1.5767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Queue: Q3       Waiting time: 2.25662</a:t>
            </a:r>
            <a:endParaRPr lang="en-US" dirty="0"/>
          </a:p>
          <a:p>
            <a:pPr algn="ctr"/>
            <a:r>
              <a:rPr lang="en-US" sz="1400" dirty="0">
                <a:ea typeface="+mn-lt"/>
                <a:cs typeface="+mn-lt"/>
              </a:rPr>
              <a:t>Queue: Q4       Waiting time: 2.08605</a:t>
            </a:r>
            <a:endParaRPr lang="en-US" dirty="0"/>
          </a:p>
          <a:p>
            <a:pPr algn="ctr"/>
            <a:endParaRPr lang="en-US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B538FF-46EF-7CCF-1119-2B1AFFAB90BC}"/>
              </a:ext>
            </a:extLst>
          </p:cNvPr>
          <p:cNvSpPr/>
          <p:nvPr/>
        </p:nvSpPr>
        <p:spPr>
          <a:xfrm>
            <a:off x="3636129" y="4290211"/>
            <a:ext cx="3621178" cy="1818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Queue Flow</a:t>
            </a:r>
          </a:p>
          <a:p>
            <a:pPr algn="ctr"/>
            <a:r>
              <a:rPr lang="en-US" dirty="0"/>
              <a:t>F1:  Q1,Q4</a:t>
            </a:r>
          </a:p>
          <a:p>
            <a:pPr algn="ctr"/>
            <a:r>
              <a:rPr lang="en-US" dirty="0"/>
              <a:t>F2: Q2,Q4</a:t>
            </a:r>
          </a:p>
          <a:p>
            <a:pPr algn="ctr"/>
            <a:r>
              <a:rPr lang="en-US" dirty="0"/>
              <a:t>F3:            Q3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425096-E8CA-9B37-BA97-CAFCC908A10C}"/>
              </a:ext>
            </a:extLst>
          </p:cNvPr>
          <p:cNvSpPr/>
          <p:nvPr/>
        </p:nvSpPr>
        <p:spPr>
          <a:xfrm>
            <a:off x="9571462" y="1404425"/>
            <a:ext cx="1472563" cy="42312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D6966-4273-C5D9-698C-9696F2CDB181}"/>
              </a:ext>
            </a:extLst>
          </p:cNvPr>
          <p:cNvSpPr/>
          <p:nvPr/>
        </p:nvSpPr>
        <p:spPr>
          <a:xfrm>
            <a:off x="7855373" y="4030786"/>
            <a:ext cx="3433288" cy="503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  <a:p>
            <a:pPr algn="ctr"/>
            <a:endParaRPr lang="en-US" dirty="0"/>
          </a:p>
          <a:p>
            <a:pPr algn="ctr"/>
            <a:r>
              <a:rPr lang="en-US" dirty="0"/>
              <a:t>Intermediate inputs</a:t>
            </a:r>
            <a:endParaRPr lang="en-US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A56C9E-8115-EA13-18D6-9363524A8791}"/>
              </a:ext>
            </a:extLst>
          </p:cNvPr>
          <p:cNvGraphicFramePr>
            <a:graphicFrameLocks noGrp="1"/>
          </p:cNvGraphicFramePr>
          <p:nvPr/>
        </p:nvGraphicFramePr>
        <p:xfrm>
          <a:off x="7519147" y="4538382"/>
          <a:ext cx="400908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498">
                  <a:extLst>
                    <a:ext uri="{9D8B030D-6E8A-4147-A177-3AD203B41FA5}">
                      <a16:colId xmlns:a16="http://schemas.microsoft.com/office/drawing/2014/main" val="110425339"/>
                    </a:ext>
                  </a:extLst>
                </a:gridCol>
                <a:gridCol w="1148602">
                  <a:extLst>
                    <a:ext uri="{9D8B030D-6E8A-4147-A177-3AD203B41FA5}">
                      <a16:colId xmlns:a16="http://schemas.microsoft.com/office/drawing/2014/main" val="315293585"/>
                    </a:ext>
                  </a:extLst>
                </a:gridCol>
                <a:gridCol w="1050018">
                  <a:extLst>
                    <a:ext uri="{9D8B030D-6E8A-4147-A177-3AD203B41FA5}">
                      <a16:colId xmlns:a16="http://schemas.microsoft.com/office/drawing/2014/main" val="2683560553"/>
                    </a:ext>
                  </a:extLst>
                </a:gridCol>
                <a:gridCol w="857968">
                  <a:extLst>
                    <a:ext uri="{9D8B030D-6E8A-4147-A177-3AD203B41FA5}">
                      <a16:colId xmlns:a16="http://schemas.microsoft.com/office/drawing/2014/main" val="3710268399"/>
                    </a:ext>
                  </a:extLst>
                </a:gridCol>
              </a:tblGrid>
              <a:tr h="282033">
                <a:tc>
                  <a:txBody>
                    <a:bodyPr/>
                    <a:lstStyle/>
                    <a:p>
                      <a:r>
                        <a:rPr lang="en-US" sz="1400" dirty="0"/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Inj.rate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Coeff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609466"/>
                  </a:ext>
                </a:extLst>
              </a:tr>
              <a:tr h="282033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347041"/>
                  </a:ext>
                </a:extLst>
              </a:tr>
              <a:tr h="282033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62423"/>
                  </a:ext>
                </a:extLst>
              </a:tr>
              <a:tr h="282033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547912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7365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5A286A6E-9DE4-8374-377D-E8C5DB372438}"/>
              </a:ext>
            </a:extLst>
          </p:cNvPr>
          <p:cNvSpPr/>
          <p:nvPr/>
        </p:nvSpPr>
        <p:spPr>
          <a:xfrm>
            <a:off x="812052" y="1652108"/>
            <a:ext cx="2128139" cy="490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Files</a:t>
            </a:r>
          </a:p>
        </p:txBody>
      </p:sp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4CBA61CE-1E12-44BC-36C2-0EE4A27A2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91" y="1400735"/>
            <a:ext cx="4733925" cy="247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2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93E9-D497-B8D1-FBE0-BA59AE4E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21F9-8B94-A0F3-AA77-F4574972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Recap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New Modifications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Sample Results</a:t>
            </a:r>
          </a:p>
          <a:p>
            <a:r>
              <a:rPr lang="en-US" dirty="0">
                <a:ea typeface="+mn-lt"/>
                <a:cs typeface="+mn-lt"/>
              </a:rPr>
              <a:t>Next Steps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88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ACA7-DBDD-27C8-D1A2-71BB1CEF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C21E-F405-207B-EECE-A6000D99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ea typeface="+mn-lt"/>
                <a:cs typeface="+mn-lt"/>
              </a:rPr>
              <a:t>Handling Complex Configurations</a:t>
            </a:r>
            <a:r>
              <a:rPr lang="en-US" dirty="0"/>
              <a:t>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  <a:ea typeface="+mn-lt"/>
                <a:cs typeface="+mn-lt"/>
              </a:rPr>
              <a:t>Implementing methods to track </a:t>
            </a:r>
            <a:r>
              <a:rPr lang="en-US" b="1" dirty="0">
                <a:latin typeface="Aptos Display"/>
                <a:ea typeface="+mn-lt"/>
                <a:cs typeface="+mn-lt"/>
              </a:rPr>
              <a:t>each flow till the sink</a:t>
            </a:r>
            <a:r>
              <a:rPr lang="en-US" dirty="0">
                <a:latin typeface="Aptos Display"/>
                <a:ea typeface="+mn-lt"/>
                <a:cs typeface="+mn-lt"/>
              </a:rPr>
              <a:t>, even in highly complex configurations.</a:t>
            </a:r>
          </a:p>
          <a:p>
            <a:pPr marL="457200" lvl="1" indent="0">
              <a:buNone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Handling</a:t>
            </a:r>
            <a:r>
              <a:rPr lang="en-US" dirty="0">
                <a:ea typeface="+mn-lt"/>
                <a:cs typeface="+mn-lt"/>
              </a:rPr>
              <a:t> Finite Buffers: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  <a:ea typeface="+mn-lt"/>
                <a:cs typeface="+mn-lt"/>
              </a:rPr>
              <a:t>Updating the code to deal with cases where buffers have limited size and see how it affects performance.</a:t>
            </a:r>
            <a:endParaRPr lang="en-US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07342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Updates to Class Queue</vt:lpstr>
      <vt:lpstr>Updates to Class Node</vt:lpstr>
      <vt:lpstr>Updates to Class Injector</vt:lpstr>
      <vt:lpstr>Agenda</vt:lpstr>
      <vt:lpstr>Configurations</vt:lpstr>
      <vt:lpstr>PowerPoint Presentation</vt:lpstr>
      <vt:lpstr>PowerPoint Presentation</vt:lpstr>
      <vt:lpstr>Agenda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954</cp:revision>
  <dcterms:created xsi:type="dcterms:W3CDTF">2025-01-04T13:53:54Z</dcterms:created>
  <dcterms:modified xsi:type="dcterms:W3CDTF">2025-01-06T15:54:21Z</dcterms:modified>
</cp:coreProperties>
</file>